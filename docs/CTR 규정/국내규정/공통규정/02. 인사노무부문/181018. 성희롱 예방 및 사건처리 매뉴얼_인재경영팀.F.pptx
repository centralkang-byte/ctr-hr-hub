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95" r:id="rId4"/>
    <p:sldMasterId id="2147484010" r:id="rId5"/>
  </p:sldMasterIdLst>
  <p:notesMasterIdLst>
    <p:notesMasterId r:id="rId11"/>
  </p:notesMasterIdLst>
  <p:handoutMasterIdLst>
    <p:handoutMasterId r:id="rId12"/>
  </p:handoutMasterIdLst>
  <p:sldIdLst>
    <p:sldId id="1191" r:id="rId6"/>
    <p:sldId id="1194" r:id="rId7"/>
    <p:sldId id="1188" r:id="rId8"/>
    <p:sldId id="1190" r:id="rId9"/>
    <p:sldId id="1195" r:id="rId10"/>
  </p:sldIdLst>
  <p:sldSz cx="9906000" cy="6858000" type="A4"/>
  <p:notesSz cx="6807200" cy="9939338"/>
  <p:defaultTextStyle>
    <a:defPPr>
      <a:defRPr lang="ko-KR"/>
    </a:defPPr>
    <a:lvl1pPr algn="l" defTabSz="957263" rtl="0" fontAlgn="base" latinLnBrk="1">
      <a:spcBef>
        <a:spcPct val="0"/>
      </a:spcBef>
      <a:spcAft>
        <a:spcPct val="0"/>
      </a:spcAft>
      <a:defRPr kumimoji="1" sz="1900" b="1" kern="1200">
        <a:solidFill>
          <a:schemeClr val="tx1"/>
        </a:solidFill>
        <a:latin typeface="굴림" charset="-127"/>
        <a:ea typeface="굴림" charset="-127"/>
        <a:cs typeface="+mn-cs"/>
      </a:defRPr>
    </a:lvl1pPr>
    <a:lvl2pPr marL="477838" indent="-57150" algn="l" defTabSz="957263" rtl="0" fontAlgn="base" latinLnBrk="1">
      <a:spcBef>
        <a:spcPct val="0"/>
      </a:spcBef>
      <a:spcAft>
        <a:spcPct val="0"/>
      </a:spcAft>
      <a:defRPr kumimoji="1" sz="1900" b="1" kern="1200">
        <a:solidFill>
          <a:schemeClr val="tx1"/>
        </a:solidFill>
        <a:latin typeface="굴림" charset="-127"/>
        <a:ea typeface="굴림" charset="-127"/>
        <a:cs typeface="+mn-cs"/>
      </a:defRPr>
    </a:lvl2pPr>
    <a:lvl3pPr marL="957263" indent="-117475" algn="l" defTabSz="957263" rtl="0" fontAlgn="base" latinLnBrk="1">
      <a:spcBef>
        <a:spcPct val="0"/>
      </a:spcBef>
      <a:spcAft>
        <a:spcPct val="0"/>
      </a:spcAft>
      <a:defRPr kumimoji="1" sz="1900" b="1" kern="1200">
        <a:solidFill>
          <a:schemeClr val="tx1"/>
        </a:solidFill>
        <a:latin typeface="굴림" charset="-127"/>
        <a:ea typeface="굴림" charset="-127"/>
        <a:cs typeface="+mn-cs"/>
      </a:defRPr>
    </a:lvl3pPr>
    <a:lvl4pPr marL="1435100" indent="-176213" algn="l" defTabSz="957263" rtl="0" fontAlgn="base" latinLnBrk="1">
      <a:spcBef>
        <a:spcPct val="0"/>
      </a:spcBef>
      <a:spcAft>
        <a:spcPct val="0"/>
      </a:spcAft>
      <a:defRPr kumimoji="1" sz="1900" b="1" kern="1200">
        <a:solidFill>
          <a:schemeClr val="tx1"/>
        </a:solidFill>
        <a:latin typeface="굴림" charset="-127"/>
        <a:ea typeface="굴림" charset="-127"/>
        <a:cs typeface="+mn-cs"/>
      </a:defRPr>
    </a:lvl4pPr>
    <a:lvl5pPr marL="1914525" indent="-234950" algn="l" defTabSz="957263" rtl="0" fontAlgn="base" latinLnBrk="1">
      <a:spcBef>
        <a:spcPct val="0"/>
      </a:spcBef>
      <a:spcAft>
        <a:spcPct val="0"/>
      </a:spcAft>
      <a:defRPr kumimoji="1" sz="1900" b="1" kern="1200">
        <a:solidFill>
          <a:schemeClr val="tx1"/>
        </a:solidFill>
        <a:latin typeface="굴림" charset="-127"/>
        <a:ea typeface="굴림" charset="-127"/>
        <a:cs typeface="+mn-cs"/>
      </a:defRPr>
    </a:lvl5pPr>
    <a:lvl6pPr marL="2286000" algn="l" defTabSz="914400" rtl="0" eaLnBrk="1" latinLnBrk="1" hangingPunct="1">
      <a:defRPr kumimoji="1" sz="1900" b="1" kern="1200">
        <a:solidFill>
          <a:schemeClr val="tx1"/>
        </a:solidFill>
        <a:latin typeface="굴림" charset="-127"/>
        <a:ea typeface="굴림" charset="-127"/>
        <a:cs typeface="+mn-cs"/>
      </a:defRPr>
    </a:lvl6pPr>
    <a:lvl7pPr marL="2743200" algn="l" defTabSz="914400" rtl="0" eaLnBrk="1" latinLnBrk="1" hangingPunct="1">
      <a:defRPr kumimoji="1" sz="1900" b="1" kern="1200">
        <a:solidFill>
          <a:schemeClr val="tx1"/>
        </a:solidFill>
        <a:latin typeface="굴림" charset="-127"/>
        <a:ea typeface="굴림" charset="-127"/>
        <a:cs typeface="+mn-cs"/>
      </a:defRPr>
    </a:lvl7pPr>
    <a:lvl8pPr marL="3200400" algn="l" defTabSz="914400" rtl="0" eaLnBrk="1" latinLnBrk="1" hangingPunct="1">
      <a:defRPr kumimoji="1" sz="1900" b="1" kern="1200">
        <a:solidFill>
          <a:schemeClr val="tx1"/>
        </a:solidFill>
        <a:latin typeface="굴림" charset="-127"/>
        <a:ea typeface="굴림" charset="-127"/>
        <a:cs typeface="+mn-cs"/>
      </a:defRPr>
    </a:lvl8pPr>
    <a:lvl9pPr marL="3657600" algn="l" defTabSz="914400" rtl="0" eaLnBrk="1" latinLnBrk="1" hangingPunct="1">
      <a:defRPr kumimoji="1" sz="1900" b="1" kern="1200">
        <a:solidFill>
          <a:schemeClr val="tx1"/>
        </a:solidFill>
        <a:latin typeface="굴림" charset="-127"/>
        <a:ea typeface="굴림" charset="-127"/>
        <a:cs typeface="+mn-cs"/>
      </a:defRPr>
    </a:lvl9pPr>
  </p:defaultTextStyle>
  <p:extLst>
    <p:ext uri="{EFAFB233-063F-42B5-8137-9DF3F51BA10A}">
      <p15:sldGuideLst xmlns:p15="http://schemas.microsoft.com/office/powerpoint/2012/main">
        <p15:guide id="1" orient="horz" pos="527">
          <p15:clr>
            <a:srgbClr val="A4A3A4"/>
          </p15:clr>
        </p15:guide>
        <p15:guide id="2" orient="horz" pos="4110">
          <p15:clr>
            <a:srgbClr val="A4A3A4"/>
          </p15:clr>
        </p15:guide>
        <p15:guide id="3" orient="horz" pos="830">
          <p15:clr>
            <a:srgbClr val="A4A3A4"/>
          </p15:clr>
        </p15:guide>
        <p15:guide id="4" orient="horz" pos="1071">
          <p15:clr>
            <a:srgbClr val="A4A3A4"/>
          </p15:clr>
        </p15:guide>
        <p15:guide id="5" orient="horz" pos="2160">
          <p15:clr>
            <a:srgbClr val="A4A3A4"/>
          </p15:clr>
        </p15:guide>
        <p15:guide id="6" pos="172">
          <p15:clr>
            <a:srgbClr val="A4A3A4"/>
          </p15:clr>
        </p15:guide>
        <p15:guide id="7" pos="3120">
          <p15:clr>
            <a:srgbClr val="A4A3A4"/>
          </p15:clr>
        </p15:guide>
        <p15:guide id="8" pos="6068">
          <p15:clr>
            <a:srgbClr val="A4A3A4"/>
          </p15:clr>
        </p15:guide>
        <p15:guide id="9" pos="308">
          <p15:clr>
            <a:srgbClr val="A4A3A4"/>
          </p15:clr>
        </p15:guide>
        <p15:guide id="10" pos="5932">
          <p15:clr>
            <a:srgbClr val="A4A3A4"/>
          </p15:clr>
        </p15:guide>
        <p15:guide id="11" pos="761">
          <p15:clr>
            <a:srgbClr val="A4A3A4"/>
          </p15:clr>
        </p15:guide>
        <p15:guide id="12" pos="1442">
          <p15:clr>
            <a:srgbClr val="A4A3A4"/>
          </p15:clr>
        </p15:guide>
        <p15:guide id="13" orient="horz" pos="754">
          <p15:clr>
            <a:srgbClr val="A4A3A4"/>
          </p15:clr>
        </p15:guide>
        <p15:guide id="14" orient="horz" pos="2205">
          <p15:clr>
            <a:srgbClr val="A4A3A4"/>
          </p15:clr>
        </p15:guide>
        <p15:guide id="15" pos="217">
          <p15:clr>
            <a:srgbClr val="A4A3A4"/>
          </p15:clr>
        </p15:guide>
        <p15:guide id="16" pos="3121">
          <p15:clr>
            <a:srgbClr val="A4A3A4"/>
          </p15:clr>
        </p15:guide>
        <p15:guide id="17" pos="6023">
          <p15:clr>
            <a:srgbClr val="A4A3A4"/>
          </p15:clr>
        </p15:guide>
      </p15:sldGuideLst>
    </p:ext>
    <p:ext uri="{2D200454-40CA-4A62-9FC3-DE9A4176ACB9}">
      <p15:notesGuideLst xmlns:p15="http://schemas.microsoft.com/office/powerpoint/2012/main">
        <p15:guide id="1" orient="horz" pos="3126">
          <p15:clr>
            <a:srgbClr val="A4A3A4"/>
          </p15:clr>
        </p15:guide>
        <p15:guide id="2" pos="2139">
          <p15:clr>
            <a:srgbClr val="A4A3A4"/>
          </p15:clr>
        </p15:guide>
        <p15:guide id="3" orient="horz" pos="3131">
          <p15:clr>
            <a:srgbClr val="A4A3A4"/>
          </p15:clr>
        </p15:guide>
        <p15:guide id="4" pos="214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C00FF"/>
    <a:srgbClr val="008000"/>
    <a:srgbClr val="FFFFCC"/>
    <a:srgbClr val="FF0000"/>
    <a:srgbClr val="FFFF00"/>
    <a:srgbClr val="000066"/>
    <a:srgbClr val="E2E2E2"/>
    <a:srgbClr val="CC9900"/>
    <a:srgbClr val="FF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26" autoAdjust="0"/>
    <p:restoredTop sz="95753" autoAdjust="0"/>
  </p:normalViewPr>
  <p:slideViewPr>
    <p:cSldViewPr showGuides="1">
      <p:cViewPr varScale="1">
        <p:scale>
          <a:sx n="122" d="100"/>
          <a:sy n="122" d="100"/>
        </p:scale>
        <p:origin x="1696" y="184"/>
      </p:cViewPr>
      <p:guideLst>
        <p:guide orient="horz" pos="527"/>
        <p:guide orient="horz" pos="4110"/>
        <p:guide orient="horz" pos="830"/>
        <p:guide orient="horz" pos="1071"/>
        <p:guide orient="horz" pos="2160"/>
        <p:guide pos="172"/>
        <p:guide pos="3120"/>
        <p:guide pos="6068"/>
        <p:guide pos="308"/>
        <p:guide pos="5932"/>
        <p:guide pos="761"/>
        <p:guide pos="1442"/>
        <p:guide orient="horz" pos="754"/>
        <p:guide orient="horz" pos="2205"/>
        <p:guide pos="217"/>
        <p:guide pos="3121"/>
        <p:guide pos="6023"/>
      </p:guideLst>
    </p:cSldViewPr>
  </p:slideViewPr>
  <p:outlineViewPr>
    <p:cViewPr>
      <p:scale>
        <a:sx n="33" d="100"/>
        <a:sy n="33" d="100"/>
      </p:scale>
      <p:origin x="0" y="0"/>
    </p:cViewPr>
  </p:outlineViewPr>
  <p:notesTextViewPr>
    <p:cViewPr>
      <p:scale>
        <a:sx n="100" d="100"/>
        <a:sy n="100" d="100"/>
      </p:scale>
      <p:origin x="0" y="0"/>
    </p:cViewPr>
  </p:notesTextViewPr>
  <p:notesViewPr>
    <p:cSldViewPr showGuides="1">
      <p:cViewPr varScale="1">
        <p:scale>
          <a:sx n="84" d="100"/>
          <a:sy n="84" d="100"/>
        </p:scale>
        <p:origin x="-3486" y="-90"/>
      </p:cViewPr>
      <p:guideLst>
        <p:guide orient="horz" pos="3126"/>
        <p:guide pos="2139"/>
        <p:guide orient="horz" pos="3131"/>
        <p:guide pos="2145"/>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1"/>
            <a:ext cx="2950529" cy="497444"/>
          </a:xfrm>
          <a:prstGeom prst="rect">
            <a:avLst/>
          </a:prstGeom>
        </p:spPr>
        <p:txBody>
          <a:bodyPr vert="horz" lIns="91527" tIns="45763" rIns="91527" bIns="45763" rtlCol="0"/>
          <a:lstStyle>
            <a:lvl1pPr algn="l">
              <a:defRPr sz="1200">
                <a:latin typeface="굴림" pitchFamily="50" charset="-127"/>
                <a:ea typeface="굴림" pitchFamily="50" charset="-127"/>
              </a:defRPr>
            </a:lvl1pPr>
          </a:lstStyle>
          <a:p>
            <a:pPr>
              <a:defRPr/>
            </a:pPr>
            <a:endParaRPr lang="ko-KR" altLang="en-US"/>
          </a:p>
        </p:txBody>
      </p:sp>
      <p:sp>
        <p:nvSpPr>
          <p:cNvPr id="3" name="날짜 개체 틀 2"/>
          <p:cNvSpPr>
            <a:spLocks noGrp="1"/>
          </p:cNvSpPr>
          <p:nvPr>
            <p:ph type="dt" sz="quarter" idx="1"/>
          </p:nvPr>
        </p:nvSpPr>
        <p:spPr>
          <a:xfrm>
            <a:off x="3855084" y="1"/>
            <a:ext cx="2950529" cy="497444"/>
          </a:xfrm>
          <a:prstGeom prst="rect">
            <a:avLst/>
          </a:prstGeom>
        </p:spPr>
        <p:txBody>
          <a:bodyPr vert="horz" lIns="91527" tIns="45763" rIns="91527" bIns="45763" rtlCol="0"/>
          <a:lstStyle>
            <a:lvl1pPr algn="r">
              <a:defRPr sz="1200">
                <a:latin typeface="굴림" pitchFamily="50" charset="-127"/>
                <a:ea typeface="굴림" pitchFamily="50" charset="-127"/>
              </a:defRPr>
            </a:lvl1pPr>
          </a:lstStyle>
          <a:p>
            <a:pPr>
              <a:defRPr/>
            </a:pPr>
            <a:fld id="{D56A589A-2DDF-461C-B853-2861D5155A26}" type="datetimeFigureOut">
              <a:rPr lang="ko-KR" altLang="en-US"/>
              <a:pPr>
                <a:defRPr/>
              </a:pPr>
              <a:t>2026. 3. 25.</a:t>
            </a:fld>
            <a:endParaRPr lang="ko-KR" altLang="en-US"/>
          </a:p>
        </p:txBody>
      </p:sp>
      <p:sp>
        <p:nvSpPr>
          <p:cNvPr id="4" name="바닥글 개체 틀 3"/>
          <p:cNvSpPr>
            <a:spLocks noGrp="1"/>
          </p:cNvSpPr>
          <p:nvPr>
            <p:ph type="ftr" sz="quarter" idx="2"/>
          </p:nvPr>
        </p:nvSpPr>
        <p:spPr>
          <a:xfrm>
            <a:off x="1" y="9440306"/>
            <a:ext cx="2950529" cy="497444"/>
          </a:xfrm>
          <a:prstGeom prst="rect">
            <a:avLst/>
          </a:prstGeom>
        </p:spPr>
        <p:txBody>
          <a:bodyPr vert="horz" lIns="91527" tIns="45763" rIns="91527" bIns="45763" rtlCol="0" anchor="b"/>
          <a:lstStyle>
            <a:lvl1pPr algn="l">
              <a:defRPr sz="1200">
                <a:latin typeface="굴림" pitchFamily="50" charset="-127"/>
                <a:ea typeface="굴림" pitchFamily="50" charset="-127"/>
              </a:defRPr>
            </a:lvl1pPr>
          </a:lstStyle>
          <a:p>
            <a:pPr>
              <a:defRPr/>
            </a:pPr>
            <a:endParaRPr lang="ko-KR" altLang="en-US"/>
          </a:p>
        </p:txBody>
      </p:sp>
      <p:sp>
        <p:nvSpPr>
          <p:cNvPr id="5" name="슬라이드 번호 개체 틀 4"/>
          <p:cNvSpPr>
            <a:spLocks noGrp="1"/>
          </p:cNvSpPr>
          <p:nvPr>
            <p:ph type="sldNum" sz="quarter" idx="3"/>
          </p:nvPr>
        </p:nvSpPr>
        <p:spPr>
          <a:xfrm>
            <a:off x="3855084" y="9440306"/>
            <a:ext cx="2950529" cy="497444"/>
          </a:xfrm>
          <a:prstGeom prst="rect">
            <a:avLst/>
          </a:prstGeom>
        </p:spPr>
        <p:txBody>
          <a:bodyPr vert="horz" lIns="91527" tIns="45763" rIns="91527" bIns="45763" rtlCol="0" anchor="b"/>
          <a:lstStyle>
            <a:lvl1pPr algn="r">
              <a:defRPr sz="1200">
                <a:latin typeface="굴림" pitchFamily="50" charset="-127"/>
                <a:ea typeface="굴림" pitchFamily="50" charset="-127"/>
              </a:defRPr>
            </a:lvl1pPr>
          </a:lstStyle>
          <a:p>
            <a:pPr>
              <a:defRPr/>
            </a:pPr>
            <a:fld id="{4CA629F1-D5AF-485D-86A4-0A6477030BC0}" type="slidenum">
              <a:rPr lang="ko-KR" altLang="en-US"/>
              <a:pPr>
                <a:defRPr/>
              </a:pPr>
              <a:t>‹#›</a:t>
            </a:fld>
            <a:endParaRPr lang="ko-KR" altLang="en-US"/>
          </a:p>
        </p:txBody>
      </p:sp>
    </p:spTree>
    <p:extLst>
      <p:ext uri="{BB962C8B-B14F-4D97-AF65-F5344CB8AC3E}">
        <p14:creationId xmlns:p14="http://schemas.microsoft.com/office/powerpoint/2010/main" val="40074948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1"/>
            <a:ext cx="2950529" cy="497444"/>
          </a:xfrm>
          <a:prstGeom prst="rect">
            <a:avLst/>
          </a:prstGeom>
        </p:spPr>
        <p:txBody>
          <a:bodyPr vert="horz" lIns="91509" tIns="45755" rIns="91509" bIns="45755" rtlCol="0"/>
          <a:lstStyle>
            <a:lvl1pPr algn="l" defTabSz="958686">
              <a:defRPr sz="1200">
                <a:latin typeface="굴림" pitchFamily="50" charset="-127"/>
                <a:ea typeface="굴림" pitchFamily="50" charset="-127"/>
              </a:defRPr>
            </a:lvl1pPr>
          </a:lstStyle>
          <a:p>
            <a:pPr>
              <a:defRPr/>
            </a:pPr>
            <a:endParaRPr lang="ko-KR" altLang="en-US"/>
          </a:p>
        </p:txBody>
      </p:sp>
      <p:sp>
        <p:nvSpPr>
          <p:cNvPr id="3" name="날짜 개체 틀 2"/>
          <p:cNvSpPr>
            <a:spLocks noGrp="1"/>
          </p:cNvSpPr>
          <p:nvPr>
            <p:ph type="dt" idx="1"/>
          </p:nvPr>
        </p:nvSpPr>
        <p:spPr>
          <a:xfrm>
            <a:off x="3855084" y="1"/>
            <a:ext cx="2950529" cy="497444"/>
          </a:xfrm>
          <a:prstGeom prst="rect">
            <a:avLst/>
          </a:prstGeom>
        </p:spPr>
        <p:txBody>
          <a:bodyPr vert="horz" lIns="91509" tIns="45755" rIns="91509" bIns="45755" rtlCol="0"/>
          <a:lstStyle>
            <a:lvl1pPr algn="r" defTabSz="958686">
              <a:defRPr sz="1200">
                <a:latin typeface="굴림" pitchFamily="50" charset="-127"/>
                <a:ea typeface="굴림" pitchFamily="50" charset="-127"/>
              </a:defRPr>
            </a:lvl1pPr>
          </a:lstStyle>
          <a:p>
            <a:pPr>
              <a:defRPr/>
            </a:pPr>
            <a:fld id="{5ACF92A2-1BE2-4B30-9052-7AEF0156189A}" type="datetimeFigureOut">
              <a:rPr lang="ko-KR" altLang="en-US"/>
              <a:pPr>
                <a:defRPr/>
              </a:pPr>
              <a:t>2026. 3. 25.</a:t>
            </a:fld>
            <a:endParaRPr lang="ko-KR" altLang="en-US"/>
          </a:p>
        </p:txBody>
      </p:sp>
      <p:sp>
        <p:nvSpPr>
          <p:cNvPr id="4" name="슬라이드 이미지 개체 틀 3"/>
          <p:cNvSpPr>
            <a:spLocks noGrp="1" noRot="1" noChangeAspect="1"/>
          </p:cNvSpPr>
          <p:nvPr>
            <p:ph type="sldImg" idx="2"/>
          </p:nvPr>
        </p:nvSpPr>
        <p:spPr>
          <a:xfrm>
            <a:off x="714375" y="746125"/>
            <a:ext cx="5378450" cy="3724275"/>
          </a:xfrm>
          <a:prstGeom prst="rect">
            <a:avLst/>
          </a:prstGeom>
          <a:noFill/>
          <a:ln w="12700">
            <a:solidFill>
              <a:prstClr val="black"/>
            </a:solidFill>
          </a:ln>
        </p:spPr>
        <p:txBody>
          <a:bodyPr vert="horz" lIns="91509" tIns="45755" rIns="91509" bIns="45755" rtlCol="0" anchor="ctr"/>
          <a:lstStyle/>
          <a:p>
            <a:pPr lvl="0"/>
            <a:endParaRPr lang="ko-KR" altLang="en-US" noProof="0"/>
          </a:p>
        </p:txBody>
      </p:sp>
      <p:sp>
        <p:nvSpPr>
          <p:cNvPr id="5" name="슬라이드 노트 개체 틀 4"/>
          <p:cNvSpPr>
            <a:spLocks noGrp="1"/>
          </p:cNvSpPr>
          <p:nvPr>
            <p:ph type="body" sz="quarter" idx="3"/>
          </p:nvPr>
        </p:nvSpPr>
        <p:spPr>
          <a:xfrm>
            <a:off x="680403" y="4721743"/>
            <a:ext cx="5446396" cy="4472226"/>
          </a:xfrm>
          <a:prstGeom prst="rect">
            <a:avLst/>
          </a:prstGeom>
        </p:spPr>
        <p:txBody>
          <a:bodyPr vert="horz" lIns="91509" tIns="45755" rIns="91509" bIns="45755" rtlCol="0"/>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6" name="바닥글 개체 틀 5"/>
          <p:cNvSpPr>
            <a:spLocks noGrp="1"/>
          </p:cNvSpPr>
          <p:nvPr>
            <p:ph type="ftr" sz="quarter" idx="4"/>
          </p:nvPr>
        </p:nvSpPr>
        <p:spPr>
          <a:xfrm>
            <a:off x="1" y="9440306"/>
            <a:ext cx="2950529" cy="497444"/>
          </a:xfrm>
          <a:prstGeom prst="rect">
            <a:avLst/>
          </a:prstGeom>
        </p:spPr>
        <p:txBody>
          <a:bodyPr vert="horz" lIns="91509" tIns="45755" rIns="91509" bIns="45755" rtlCol="0" anchor="b"/>
          <a:lstStyle>
            <a:lvl1pPr algn="l" defTabSz="958686">
              <a:defRPr sz="1200">
                <a:latin typeface="굴림" pitchFamily="50" charset="-127"/>
                <a:ea typeface="굴림" pitchFamily="50" charset="-127"/>
              </a:defRPr>
            </a:lvl1pPr>
          </a:lstStyle>
          <a:p>
            <a:pPr>
              <a:defRPr/>
            </a:pPr>
            <a:endParaRPr lang="ko-KR" altLang="en-US"/>
          </a:p>
        </p:txBody>
      </p:sp>
      <p:sp>
        <p:nvSpPr>
          <p:cNvPr id="7" name="슬라이드 번호 개체 틀 6"/>
          <p:cNvSpPr>
            <a:spLocks noGrp="1"/>
          </p:cNvSpPr>
          <p:nvPr>
            <p:ph type="sldNum" sz="quarter" idx="5"/>
          </p:nvPr>
        </p:nvSpPr>
        <p:spPr>
          <a:xfrm>
            <a:off x="3855084" y="9440306"/>
            <a:ext cx="2950529" cy="497444"/>
          </a:xfrm>
          <a:prstGeom prst="rect">
            <a:avLst/>
          </a:prstGeom>
        </p:spPr>
        <p:txBody>
          <a:bodyPr vert="horz" lIns="91509" tIns="45755" rIns="91509" bIns="45755" rtlCol="0" anchor="b"/>
          <a:lstStyle>
            <a:lvl1pPr algn="r" defTabSz="958686">
              <a:defRPr sz="1200">
                <a:latin typeface="굴림" pitchFamily="50" charset="-127"/>
                <a:ea typeface="굴림" pitchFamily="50" charset="-127"/>
              </a:defRPr>
            </a:lvl1pPr>
          </a:lstStyle>
          <a:p>
            <a:pPr>
              <a:defRPr/>
            </a:pPr>
            <a:fld id="{D4059A75-8A02-49D0-B348-B2305B41AA43}" type="slidenum">
              <a:rPr lang="ko-KR" altLang="en-US"/>
              <a:pPr>
                <a:defRPr/>
              </a:pPr>
              <a:t>‹#›</a:t>
            </a:fld>
            <a:endParaRPr lang="ko-KR" altLang="en-US"/>
          </a:p>
        </p:txBody>
      </p:sp>
    </p:spTree>
    <p:extLst>
      <p:ext uri="{BB962C8B-B14F-4D97-AF65-F5344CB8AC3E}">
        <p14:creationId xmlns:p14="http://schemas.microsoft.com/office/powerpoint/2010/main" val="433997898"/>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sz="1100" kern="1200">
        <a:solidFill>
          <a:schemeClr val="tx1"/>
        </a:solidFill>
        <a:latin typeface="+mn-lt"/>
        <a:ea typeface="+mn-ea"/>
        <a:cs typeface="+mn-cs"/>
      </a:defRPr>
    </a:lvl1pPr>
    <a:lvl2pPr marL="419100" algn="l" rtl="0" eaLnBrk="0" fontAlgn="base" latinLnBrk="1" hangingPunct="0">
      <a:spcBef>
        <a:spcPct val="30000"/>
      </a:spcBef>
      <a:spcAft>
        <a:spcPct val="0"/>
      </a:spcAft>
      <a:defRPr sz="1100" kern="1200">
        <a:solidFill>
          <a:schemeClr val="tx1"/>
        </a:solidFill>
        <a:latin typeface="+mn-lt"/>
        <a:ea typeface="+mn-ea"/>
        <a:cs typeface="+mn-cs"/>
      </a:defRPr>
    </a:lvl2pPr>
    <a:lvl3pPr marL="838200" algn="l" rtl="0" eaLnBrk="0" fontAlgn="base" latinLnBrk="1" hangingPunct="0">
      <a:spcBef>
        <a:spcPct val="30000"/>
      </a:spcBef>
      <a:spcAft>
        <a:spcPct val="0"/>
      </a:spcAft>
      <a:defRPr sz="1100" kern="1200">
        <a:solidFill>
          <a:schemeClr val="tx1"/>
        </a:solidFill>
        <a:latin typeface="+mn-lt"/>
        <a:ea typeface="+mn-ea"/>
        <a:cs typeface="+mn-cs"/>
      </a:defRPr>
    </a:lvl3pPr>
    <a:lvl4pPr marL="1258888" algn="l" rtl="0" eaLnBrk="0" fontAlgn="base" latinLnBrk="1" hangingPunct="0">
      <a:spcBef>
        <a:spcPct val="30000"/>
      </a:spcBef>
      <a:spcAft>
        <a:spcPct val="0"/>
      </a:spcAft>
      <a:defRPr sz="1100" kern="1200">
        <a:solidFill>
          <a:schemeClr val="tx1"/>
        </a:solidFill>
        <a:latin typeface="+mn-lt"/>
        <a:ea typeface="+mn-ea"/>
        <a:cs typeface="+mn-cs"/>
      </a:defRPr>
    </a:lvl4pPr>
    <a:lvl5pPr marL="1677988" algn="l" rtl="0" eaLnBrk="0" fontAlgn="base" latinLnBrk="1" hangingPunct="0">
      <a:spcBef>
        <a:spcPct val="30000"/>
      </a:spcBef>
      <a:spcAft>
        <a:spcPct val="0"/>
      </a:spcAft>
      <a:defRPr sz="1100" kern="1200">
        <a:solidFill>
          <a:schemeClr val="tx1"/>
        </a:solidFill>
        <a:latin typeface="+mn-lt"/>
        <a:ea typeface="+mn-ea"/>
        <a:cs typeface="+mn-cs"/>
      </a:defRPr>
    </a:lvl5pPr>
    <a:lvl6pPr marL="2099234" algn="l" defTabSz="839694" rtl="0" eaLnBrk="1" latinLnBrk="1" hangingPunct="1">
      <a:defRPr sz="1100" kern="1200">
        <a:solidFill>
          <a:schemeClr val="tx1"/>
        </a:solidFill>
        <a:latin typeface="+mn-lt"/>
        <a:ea typeface="+mn-ea"/>
        <a:cs typeface="+mn-cs"/>
      </a:defRPr>
    </a:lvl6pPr>
    <a:lvl7pPr marL="2519081" algn="l" defTabSz="839694" rtl="0" eaLnBrk="1" latinLnBrk="1" hangingPunct="1">
      <a:defRPr sz="1100" kern="1200">
        <a:solidFill>
          <a:schemeClr val="tx1"/>
        </a:solidFill>
        <a:latin typeface="+mn-lt"/>
        <a:ea typeface="+mn-ea"/>
        <a:cs typeface="+mn-cs"/>
      </a:defRPr>
    </a:lvl7pPr>
    <a:lvl8pPr marL="2938927" algn="l" defTabSz="839694" rtl="0" eaLnBrk="1" latinLnBrk="1" hangingPunct="1">
      <a:defRPr sz="1100" kern="1200">
        <a:solidFill>
          <a:schemeClr val="tx1"/>
        </a:solidFill>
        <a:latin typeface="+mn-lt"/>
        <a:ea typeface="+mn-ea"/>
        <a:cs typeface="+mn-cs"/>
      </a:defRPr>
    </a:lvl8pPr>
    <a:lvl9pPr marL="3358774" algn="l" defTabSz="839694" rtl="0" eaLnBrk="1" latinLnBrk="1" hangingPunct="1">
      <a:defRPr sz="1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981075" y="1243013"/>
            <a:ext cx="4845050" cy="3354387"/>
          </a:xfrm>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C5D6B219-3C41-411D-8483-C5A98ACD3719}" type="slidenum">
              <a:rPr lang="ko-KR" altLang="en-US" smtClean="0">
                <a:solidFill>
                  <a:prstClr val="black"/>
                </a:solidFill>
              </a:rPr>
              <a:pPr/>
              <a:t>2</a:t>
            </a:fld>
            <a:endParaRPr lang="ko-KR" altLang="en-US">
              <a:solidFill>
                <a:prstClr val="black"/>
              </a:solidFill>
            </a:endParaRPr>
          </a:p>
        </p:txBody>
      </p:sp>
    </p:spTree>
    <p:extLst>
      <p:ext uri="{BB962C8B-B14F-4D97-AF65-F5344CB8AC3E}">
        <p14:creationId xmlns:p14="http://schemas.microsoft.com/office/powerpoint/2010/main" val="35988595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981075" y="1243013"/>
            <a:ext cx="4845050" cy="3354387"/>
          </a:xfrm>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C5D6B219-3C41-411D-8483-C5A98ACD3719}" type="slidenum">
              <a:rPr lang="ko-KR" altLang="en-US" smtClean="0">
                <a:solidFill>
                  <a:prstClr val="black"/>
                </a:solidFill>
              </a:rPr>
              <a:pPr/>
              <a:t>3</a:t>
            </a:fld>
            <a:endParaRPr lang="ko-KR" altLang="en-US">
              <a:solidFill>
                <a:prstClr val="black"/>
              </a:solidFill>
            </a:endParaRPr>
          </a:p>
        </p:txBody>
      </p:sp>
    </p:spTree>
    <p:extLst>
      <p:ext uri="{BB962C8B-B14F-4D97-AF65-F5344CB8AC3E}">
        <p14:creationId xmlns:p14="http://schemas.microsoft.com/office/powerpoint/2010/main" val="35988595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981075" y="1243013"/>
            <a:ext cx="4845050" cy="3354387"/>
          </a:xfrm>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C5D6B219-3C41-411D-8483-C5A98ACD3719}" type="slidenum">
              <a:rPr lang="ko-KR" altLang="en-US" smtClean="0">
                <a:solidFill>
                  <a:prstClr val="black"/>
                </a:solidFill>
              </a:rPr>
              <a:pPr/>
              <a:t>4</a:t>
            </a:fld>
            <a:endParaRPr lang="ko-KR" altLang="en-US">
              <a:solidFill>
                <a:prstClr val="black"/>
              </a:solidFill>
            </a:endParaRPr>
          </a:p>
        </p:txBody>
      </p:sp>
    </p:spTree>
    <p:extLst>
      <p:ext uri="{BB962C8B-B14F-4D97-AF65-F5344CB8AC3E}">
        <p14:creationId xmlns:p14="http://schemas.microsoft.com/office/powerpoint/2010/main" val="25165438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981075" y="1243013"/>
            <a:ext cx="4845050" cy="3354387"/>
          </a:xfrm>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C5D6B219-3C41-411D-8483-C5A98ACD3719}" type="slidenum">
              <a:rPr lang="ko-KR" altLang="en-US" smtClean="0">
                <a:solidFill>
                  <a:prstClr val="black"/>
                </a:solidFill>
              </a:rPr>
              <a:pPr/>
              <a:t>5</a:t>
            </a:fld>
            <a:endParaRPr lang="ko-KR" altLang="en-US">
              <a:solidFill>
                <a:prstClr val="black"/>
              </a:solidFill>
            </a:endParaRPr>
          </a:p>
        </p:txBody>
      </p:sp>
    </p:spTree>
    <p:extLst>
      <p:ext uri="{BB962C8B-B14F-4D97-AF65-F5344CB8AC3E}">
        <p14:creationId xmlns:p14="http://schemas.microsoft.com/office/powerpoint/2010/main" val="2516543868"/>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tags" Target="../tags/tag4.xml"/><Relationship Id="rId7"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10" Type="http://schemas.openxmlformats.org/officeDocument/2006/relationships/image" Target="../media/image3.png"/><Relationship Id="rId4" Type="http://schemas.openxmlformats.org/officeDocument/2006/relationships/tags" Target="../tags/tag5.xml"/><Relationship Id="rId9"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hyperlink" Target="http://www.atkearney.com/" TargetMode="External"/><Relationship Id="rId5" Type="http://schemas.openxmlformats.org/officeDocument/2006/relationships/image" Target="../media/image5.jpe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6.jpg"/><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5.xml"/><Relationship Id="rId5" Type="http://schemas.openxmlformats.org/officeDocument/2006/relationships/image" Target="../media/image6.jp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6.xml"/><Relationship Id="rId5" Type="http://schemas.openxmlformats.org/officeDocument/2006/relationships/image" Target="../media/image6.jpg"/><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7.xml"/><Relationship Id="rId5" Type="http://schemas.openxmlformats.org/officeDocument/2006/relationships/image" Target="../media/image6.jpg"/><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A.T. Kearney CoverWhite 2014">
    <p:spTree>
      <p:nvGrpSpPr>
        <p:cNvPr id="1" name=""/>
        <p:cNvGrpSpPr/>
        <p:nvPr/>
      </p:nvGrpSpPr>
      <p:grpSpPr>
        <a:xfrm>
          <a:off x="0" y="0"/>
          <a:ext cx="0" cy="0"/>
          <a:chOff x="0" y="0"/>
          <a:chExt cx="0" cy="0"/>
        </a:xfrm>
      </p:grpSpPr>
      <p:graphicFrame>
        <p:nvGraphicFramePr>
          <p:cNvPr id="2" name="개체 1" hidden="1"/>
          <p:cNvGraphicFramePr>
            <a:graphicFrameLocks noChangeAspect="1"/>
          </p:cNvGraphicFramePr>
          <p:nvPr userDrawn="1">
            <p:custDataLst>
              <p:tags r:id="rId1"/>
            </p:custDataLst>
          </p:nvPr>
        </p:nvGraphicFramePr>
        <p:xfrm>
          <a:off x="1721" y="1589"/>
          <a:ext cx="1719" cy="1587"/>
        </p:xfrm>
        <a:graphic>
          <a:graphicData uri="http://schemas.openxmlformats.org/presentationml/2006/ole">
            <mc:AlternateContent xmlns:mc="http://schemas.openxmlformats.org/markup-compatibility/2006">
              <mc:Choice xmlns:v="urn:schemas-microsoft-com:vml" Requires="v">
                <p:oleObj name="think-cell Slide" r:id="rId8" imgW="270" imgH="270" progId="TCLayout.ActiveDocument.1">
                  <p:embed/>
                </p:oleObj>
              </mc:Choice>
              <mc:Fallback>
                <p:oleObj name="think-cell Slide" r:id="rId8" imgW="270" imgH="270" progId="TCLayout.ActiveDocument.1">
                  <p:embed/>
                  <p:pic>
                    <p:nvPicPr>
                      <p:cNvPr id="0" name=""/>
                      <p:cNvPicPr/>
                      <p:nvPr/>
                    </p:nvPicPr>
                    <p:blipFill>
                      <a:blip r:embed="rId9"/>
                      <a:stretch>
                        <a:fillRect/>
                      </a:stretch>
                    </p:blipFill>
                    <p:spPr>
                      <a:xfrm>
                        <a:off x="1721" y="1589"/>
                        <a:ext cx="1719" cy="1587"/>
                      </a:xfrm>
                      <a:prstGeom prst="rect">
                        <a:avLst/>
                      </a:prstGeom>
                    </p:spPr>
                  </p:pic>
                </p:oleObj>
              </mc:Fallback>
            </mc:AlternateContent>
          </a:graphicData>
        </a:graphic>
      </p:graphicFrame>
      <p:sp>
        <p:nvSpPr>
          <p:cNvPr id="15" name="Text Placeholder 13"/>
          <p:cNvSpPr>
            <a:spLocks noGrp="1"/>
          </p:cNvSpPr>
          <p:nvPr>
            <p:ph type="body" sz="quarter" idx="16" hasCustomPrompt="1"/>
          </p:nvPr>
        </p:nvSpPr>
        <p:spPr>
          <a:xfrm>
            <a:off x="265201" y="6353324"/>
            <a:ext cx="3587485" cy="193899"/>
          </a:xfrm>
        </p:spPr>
        <p:txBody>
          <a:bodyPr anchor="b" anchorCtr="0"/>
          <a:lstStyle>
            <a:lvl1pPr marL="0" indent="0">
              <a:spcBef>
                <a:spcPts val="0"/>
              </a:spcBef>
              <a:buNone/>
              <a:defRPr sz="1400">
                <a:latin typeface="+mj-lt"/>
                <a:ea typeface="맑은 고딕" panose="020B0503020000020004" pitchFamily="50" charset="-127"/>
              </a:defRPr>
            </a:lvl1pPr>
            <a:lvl2pPr marL="182880" indent="0">
              <a:buNone/>
              <a:defRPr sz="1000"/>
            </a:lvl2pPr>
            <a:lvl3pPr marL="323238" indent="0">
              <a:buNone/>
              <a:defRPr sz="1000"/>
            </a:lvl3pPr>
            <a:lvl4pPr marL="510840" indent="0">
              <a:buNone/>
              <a:defRPr sz="1000"/>
            </a:lvl4pPr>
            <a:lvl5pPr marL="655200" indent="0">
              <a:buNone/>
              <a:defRPr sz="1000"/>
            </a:lvl5pPr>
          </a:lstStyle>
          <a:p>
            <a:pPr lvl="0"/>
            <a:r>
              <a:rPr lang="en-US" dirty="0"/>
              <a:t>Author(s) here</a:t>
            </a:r>
          </a:p>
        </p:txBody>
      </p:sp>
      <p:sp>
        <p:nvSpPr>
          <p:cNvPr id="9" name="Text Placeholder 8"/>
          <p:cNvSpPr>
            <a:spLocks noGrp="1"/>
          </p:cNvSpPr>
          <p:nvPr>
            <p:ph type="body" sz="quarter" idx="15" hasCustomPrompt="1"/>
            <p:custDataLst>
              <p:tags r:id="rId2"/>
            </p:custDataLst>
          </p:nvPr>
        </p:nvSpPr>
        <p:spPr>
          <a:xfrm>
            <a:off x="265200" y="5073439"/>
            <a:ext cx="4298577" cy="193899"/>
          </a:xfrm>
          <a:noFill/>
          <a:ln w="6350" cap="flat">
            <a:noFill/>
          </a:ln>
        </p:spPr>
        <p:txBody>
          <a:bodyPr vert="horz" wrap="square" lIns="0" tIns="0" rIns="0" bIns="0" rtlCol="0">
            <a:spAutoFit/>
          </a:bodyPr>
          <a:lstStyle>
            <a:lvl1pPr marL="180000" indent="-180000">
              <a:buNone/>
              <a:defRPr lang="en-US" sz="1400" baseline="0" smtClean="0">
                <a:latin typeface="+mj-lt"/>
                <a:ea typeface="맑은 고딕" panose="020B0503020000020004" pitchFamily="50" charset="-127"/>
              </a:defRPr>
            </a:lvl1pPr>
            <a:lvl2pPr>
              <a:defRPr lang="en-US" smtClean="0"/>
            </a:lvl2pPr>
            <a:lvl3pPr>
              <a:defRPr lang="en-US" smtClean="0"/>
            </a:lvl3pPr>
            <a:lvl4pPr>
              <a:defRPr lang="en-US" smtClean="0"/>
            </a:lvl4pPr>
            <a:lvl5pPr>
              <a:defRPr lang="en-US"/>
            </a:lvl5pPr>
          </a:lstStyle>
          <a:p>
            <a:r>
              <a:rPr lang="en-US" dirty="0"/>
              <a:t>Date here</a:t>
            </a:r>
          </a:p>
        </p:txBody>
      </p:sp>
      <p:sp>
        <p:nvSpPr>
          <p:cNvPr id="7" name="Text Placeholder 8"/>
          <p:cNvSpPr>
            <a:spLocks noGrp="1"/>
          </p:cNvSpPr>
          <p:nvPr>
            <p:ph type="body" sz="quarter" idx="12" hasCustomPrompt="1"/>
            <p:custDataLst>
              <p:tags r:id="rId3"/>
            </p:custDataLst>
          </p:nvPr>
        </p:nvSpPr>
        <p:spPr>
          <a:xfrm>
            <a:off x="265200" y="4858081"/>
            <a:ext cx="4297408" cy="193899"/>
          </a:xfrm>
          <a:noFill/>
          <a:ln w="6350" cap="flat">
            <a:noFill/>
          </a:ln>
        </p:spPr>
        <p:txBody>
          <a:bodyPr/>
          <a:lstStyle>
            <a:lvl1pPr marL="0" indent="0">
              <a:spcBef>
                <a:spcPts val="0"/>
              </a:spcBef>
              <a:buFontTx/>
              <a:buNone/>
              <a:defRPr sz="1400" baseline="0">
                <a:latin typeface="+mj-lt"/>
                <a:ea typeface="맑은 고딕" panose="020B0503020000020004" pitchFamily="50" charset="-127"/>
              </a:defRPr>
            </a:lvl1pPr>
          </a:lstStyle>
          <a:p>
            <a:r>
              <a:rPr lang="en-US" dirty="0"/>
              <a:t>Report type here</a:t>
            </a:r>
          </a:p>
        </p:txBody>
      </p:sp>
      <p:sp>
        <p:nvSpPr>
          <p:cNvPr id="3" name="Title 1"/>
          <p:cNvSpPr>
            <a:spLocks noGrp="1"/>
          </p:cNvSpPr>
          <p:nvPr>
            <p:ph type="ctrTitle" hasCustomPrompt="1"/>
            <p:custDataLst>
              <p:tags r:id="rId4"/>
            </p:custDataLst>
          </p:nvPr>
        </p:nvSpPr>
        <p:spPr>
          <a:xfrm>
            <a:off x="265200" y="3685032"/>
            <a:ext cx="9362546" cy="498598"/>
          </a:xfrm>
          <a:prstGeom prst="rect">
            <a:avLst/>
          </a:prstGeom>
          <a:noFill/>
          <a:ln w="6350" cap="flat">
            <a:noFill/>
          </a:ln>
        </p:spPr>
        <p:txBody>
          <a:bodyPr/>
          <a:lstStyle>
            <a:lvl1pPr algn="l">
              <a:lnSpc>
                <a:spcPct val="90000"/>
              </a:lnSpc>
              <a:defRPr sz="3600" b="0" baseline="0">
                <a:latin typeface="+mj-lt"/>
                <a:ea typeface="맑은 고딕" panose="020B0503020000020004" pitchFamily="50" charset="-127"/>
                <a:cs typeface="Arial" pitchFamily="34" charset="0"/>
              </a:defRPr>
            </a:lvl1pPr>
          </a:lstStyle>
          <a:p>
            <a:r>
              <a:rPr lang="en-US" dirty="0"/>
              <a:t>Presentation title here</a:t>
            </a:r>
          </a:p>
        </p:txBody>
      </p:sp>
      <p:cxnSp>
        <p:nvCxnSpPr>
          <p:cNvPr id="5" name="Straight Connector 4"/>
          <p:cNvCxnSpPr/>
          <p:nvPr>
            <p:custDataLst>
              <p:tags r:id="rId5"/>
            </p:custDataLst>
          </p:nvPr>
        </p:nvCxnSpPr>
        <p:spPr>
          <a:xfrm>
            <a:off x="0" y="3547872"/>
            <a:ext cx="9906000" cy="0"/>
          </a:xfrm>
          <a:prstGeom prst="line">
            <a:avLst/>
          </a:prstGeom>
          <a:ln w="6350" cap="flat">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4" name="Subtitle 2"/>
          <p:cNvSpPr>
            <a:spLocks noGrp="1"/>
          </p:cNvSpPr>
          <p:nvPr>
            <p:ph type="subTitle" idx="1" hasCustomPrompt="1"/>
            <p:custDataLst>
              <p:tags r:id="rId6"/>
            </p:custDataLst>
          </p:nvPr>
        </p:nvSpPr>
        <p:spPr>
          <a:xfrm>
            <a:off x="265200" y="3154681"/>
            <a:ext cx="9362546" cy="249299"/>
          </a:xfrm>
          <a:prstGeom prst="rect">
            <a:avLst/>
          </a:prstGeom>
          <a:noFill/>
          <a:ln w="6350" cap="flat">
            <a:noFill/>
          </a:ln>
        </p:spPr>
        <p:txBody>
          <a:bodyPr/>
          <a:lstStyle>
            <a:lvl1pPr marL="0" indent="0" algn="l">
              <a:lnSpc>
                <a:spcPct val="90000"/>
              </a:lnSpc>
              <a:spcBef>
                <a:spcPts val="900"/>
              </a:spcBef>
              <a:buNone/>
              <a:defRPr sz="1800" b="1" i="0" baseline="0">
                <a:solidFill>
                  <a:schemeClr val="tx1"/>
                </a:solidFill>
                <a:latin typeface="+mj-lt"/>
                <a:ea typeface="맑은 고딕" panose="020B0503020000020004" pitchFamily="50" charset="-127"/>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Presentation subtitle or client name here</a:t>
            </a:r>
          </a:p>
        </p:txBody>
      </p:sp>
      <p:pic>
        <p:nvPicPr>
          <p:cNvPr id="11" name="Picture 10" descr="Red1.png"/>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0" y="0"/>
            <a:ext cx="9906000" cy="723900"/>
          </a:xfrm>
          <a:prstGeom prst="rect">
            <a:avLst/>
          </a:prstGeom>
        </p:spPr>
      </p:pic>
    </p:spTree>
    <p:extLst>
      <p:ext uri="{BB962C8B-B14F-4D97-AF65-F5344CB8AC3E}">
        <p14:creationId xmlns:p14="http://schemas.microsoft.com/office/powerpoint/2010/main" val="3913618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T. Kearney Disclaimer 2014">
    <p:spTree>
      <p:nvGrpSpPr>
        <p:cNvPr id="1" name=""/>
        <p:cNvGrpSpPr/>
        <p:nvPr/>
      </p:nvGrpSpPr>
      <p:grpSpPr>
        <a:xfrm>
          <a:off x="0" y="0"/>
          <a:ext cx="0" cy="0"/>
          <a:chOff x="0" y="0"/>
          <a:chExt cx="0" cy="0"/>
        </a:xfrm>
      </p:grpSpPr>
      <p:graphicFrame>
        <p:nvGraphicFramePr>
          <p:cNvPr id="2" name="개체 1" hidden="1"/>
          <p:cNvGraphicFramePr>
            <a:graphicFrameLocks noChangeAspect="1"/>
          </p:cNvGraphicFramePr>
          <p:nvPr userDrawn="1">
            <p:custDataLst>
              <p:tags r:id="rId1"/>
            </p:custDataLst>
          </p:nvPr>
        </p:nvGraphicFramePr>
        <p:xfrm>
          <a:off x="1721" y="1589"/>
          <a:ext cx="1719"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721" y="1589"/>
                        <a:ext cx="1719" cy="1587"/>
                      </a:xfrm>
                      <a:prstGeom prst="rect">
                        <a:avLst/>
                      </a:prstGeom>
                    </p:spPr>
                  </p:pic>
                </p:oleObj>
              </mc:Fallback>
            </mc:AlternateContent>
          </a:graphicData>
        </a:graphic>
      </p:graphicFrame>
      <p:sp>
        <p:nvSpPr>
          <p:cNvPr id="3" name="Text Placeholder 2"/>
          <p:cNvSpPr>
            <a:spLocks noGrp="1"/>
          </p:cNvSpPr>
          <p:nvPr>
            <p:ph type="body" sz="quarter" idx="10"/>
          </p:nvPr>
        </p:nvSpPr>
        <p:spPr>
          <a:xfrm>
            <a:off x="265200" y="2060576"/>
            <a:ext cx="9362546" cy="221599"/>
          </a:xfrm>
        </p:spPr>
        <p:txBody>
          <a:bodyPr/>
          <a:lstStyle>
            <a:lvl1pPr marL="1588" indent="0">
              <a:spcBef>
                <a:spcPts val="1400"/>
              </a:spcBef>
              <a:buNone/>
              <a:defRPr>
                <a:latin typeface="+mj-lt"/>
                <a:ea typeface="맑은 고딕" panose="020B0503020000020004" pitchFamily="50" charset="-127"/>
              </a:defRPr>
            </a:lvl1pPr>
            <a:lvl2pPr marL="1588" indent="0">
              <a:spcBef>
                <a:spcPts val="1400"/>
              </a:spcBef>
              <a:buNone/>
              <a:defRPr/>
            </a:lvl2pPr>
            <a:lvl3pPr marL="1588" indent="0">
              <a:spcBef>
                <a:spcPts val="1400"/>
              </a:spcBef>
              <a:buNone/>
              <a:defRPr/>
            </a:lvl3pPr>
            <a:lvl4pPr marL="1588" indent="0">
              <a:spcBef>
                <a:spcPts val="1400"/>
              </a:spcBef>
              <a:buNone/>
              <a:defRPr/>
            </a:lvl4pPr>
            <a:lvl5pPr marL="1588" indent="0">
              <a:spcBef>
                <a:spcPts val="1400"/>
              </a:spcBef>
              <a:buNone/>
              <a:defRPr/>
            </a:lvl5pPr>
          </a:lstStyle>
          <a:p>
            <a:pPr lvl="0"/>
            <a:r>
              <a:rPr lang="ko-KR" altLang="en-US" dirty="0"/>
              <a:t>마스터 텍스트 스타일을 편집합니다</a:t>
            </a:r>
          </a:p>
        </p:txBody>
      </p:sp>
    </p:spTree>
    <p:extLst>
      <p:ext uri="{BB962C8B-B14F-4D97-AF65-F5344CB8AC3E}">
        <p14:creationId xmlns:p14="http://schemas.microsoft.com/office/powerpoint/2010/main" val="3632309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T. Kearney TitleAndText 2014">
    <p:spTree>
      <p:nvGrpSpPr>
        <p:cNvPr id="1" name=""/>
        <p:cNvGrpSpPr/>
        <p:nvPr/>
      </p:nvGrpSpPr>
      <p:grpSpPr>
        <a:xfrm>
          <a:off x="0" y="0"/>
          <a:ext cx="0" cy="0"/>
          <a:chOff x="0" y="0"/>
          <a:chExt cx="0" cy="0"/>
        </a:xfrm>
      </p:grpSpPr>
      <p:graphicFrame>
        <p:nvGraphicFramePr>
          <p:cNvPr id="2" name="개체 1" hidden="1"/>
          <p:cNvGraphicFramePr>
            <a:graphicFrameLocks noChangeAspect="1"/>
          </p:cNvGraphicFramePr>
          <p:nvPr userDrawn="1">
            <p:custDataLst>
              <p:tags r:id="rId1"/>
            </p:custDataLst>
          </p:nvPr>
        </p:nvGraphicFramePr>
        <p:xfrm>
          <a:off x="1721" y="1589"/>
          <a:ext cx="1719" cy="1587"/>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721" y="1589"/>
                        <a:ext cx="1719" cy="1587"/>
                      </a:xfrm>
                      <a:prstGeom prst="rect">
                        <a:avLst/>
                      </a:prstGeom>
                    </p:spPr>
                  </p:pic>
                </p:oleObj>
              </mc:Fallback>
            </mc:AlternateContent>
          </a:graphicData>
        </a:graphic>
      </p:graphicFrame>
      <p:sp>
        <p:nvSpPr>
          <p:cNvPr id="19" name="Title 2"/>
          <p:cNvSpPr>
            <a:spLocks noGrp="1"/>
          </p:cNvSpPr>
          <p:nvPr>
            <p:ph type="title" hasCustomPrompt="1"/>
          </p:nvPr>
        </p:nvSpPr>
        <p:spPr>
          <a:xfrm>
            <a:off x="265200" y="804673"/>
            <a:ext cx="9360000" cy="332399"/>
          </a:xfrm>
          <a:prstGeom prst="rect">
            <a:avLst/>
          </a:prstGeom>
          <a:noFill/>
          <a:ln>
            <a:noFill/>
          </a:ln>
        </p:spPr>
        <p:txBody>
          <a:bodyPr rtlCol="0"/>
          <a:lstStyle>
            <a:lvl1pPr latinLnBrk="0">
              <a:defRPr>
                <a:latin typeface="+mj-lt"/>
                <a:ea typeface="맑은 고딕" panose="020B0503020000020004" pitchFamily="50" charset="-127"/>
              </a:defRPr>
            </a:lvl1pPr>
          </a:lstStyle>
          <a:p>
            <a:r>
              <a:rPr lang="en-US" dirty="0"/>
              <a:t>Headline of maximum two lines here</a:t>
            </a:r>
          </a:p>
        </p:txBody>
      </p:sp>
      <p:sp>
        <p:nvSpPr>
          <p:cNvPr id="4" name="Text Placeholder 3"/>
          <p:cNvSpPr>
            <a:spLocks noGrp="1"/>
          </p:cNvSpPr>
          <p:nvPr>
            <p:ph type="body" sz="quarter" idx="10" hasCustomPrompt="1"/>
          </p:nvPr>
        </p:nvSpPr>
        <p:spPr>
          <a:xfrm>
            <a:off x="264848" y="2060575"/>
            <a:ext cx="9360000" cy="1338828"/>
          </a:xfrm>
        </p:spPr>
        <p:txBody>
          <a:bodyPr/>
          <a:lstStyle>
            <a:lvl1pPr>
              <a:defRPr baseline="0">
                <a:latin typeface="+mj-lt"/>
                <a:ea typeface="맑은 고딕" panose="020B0503020000020004" pitchFamily="50" charset="-127"/>
              </a:defRPr>
            </a:lvl1pPr>
            <a:lvl2pPr>
              <a:defRPr>
                <a:latin typeface="+mj-lt"/>
                <a:ea typeface="맑은 고딕" panose="020B0503020000020004" pitchFamily="50" charset="-127"/>
              </a:defRPr>
            </a:lvl2pPr>
            <a:lvl3pPr>
              <a:defRPr>
                <a:latin typeface="+mj-lt"/>
                <a:ea typeface="맑은 고딕" panose="020B0503020000020004" pitchFamily="50" charset="-127"/>
              </a:defRPr>
            </a:lvl3pPr>
            <a:lvl4pPr>
              <a:defRPr>
                <a:latin typeface="+mj-lt"/>
                <a:ea typeface="맑은 고딕" panose="020B0503020000020004" pitchFamily="50" charset="-127"/>
              </a:defRPr>
            </a:lvl4pPr>
            <a:lvl5pPr>
              <a:defRPr>
                <a:latin typeface="+mj-lt"/>
                <a:ea typeface="맑은 고딕" panose="020B0503020000020004" pitchFamily="50" charset="-127"/>
              </a:defRPr>
            </a:lvl5pPr>
          </a:lstStyle>
          <a:p>
            <a:pPr lvl="0"/>
            <a:r>
              <a:rPr lang="en-US" dirty="0"/>
              <a:t>Text on first level here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69846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T. Kearney TitleOnly 2014">
    <p:spTree>
      <p:nvGrpSpPr>
        <p:cNvPr id="1" name=""/>
        <p:cNvGrpSpPr/>
        <p:nvPr/>
      </p:nvGrpSpPr>
      <p:grpSpPr>
        <a:xfrm>
          <a:off x="0" y="0"/>
          <a:ext cx="0" cy="0"/>
          <a:chOff x="0" y="0"/>
          <a:chExt cx="0" cy="0"/>
        </a:xfrm>
      </p:grpSpPr>
      <p:graphicFrame>
        <p:nvGraphicFramePr>
          <p:cNvPr id="2" name="개체 1" hidden="1"/>
          <p:cNvGraphicFramePr>
            <a:graphicFrameLocks noChangeAspect="1"/>
          </p:cNvGraphicFramePr>
          <p:nvPr userDrawn="1">
            <p:custDataLst>
              <p:tags r:id="rId1"/>
            </p:custDataLst>
          </p:nvPr>
        </p:nvGraphicFramePr>
        <p:xfrm>
          <a:off x="1721" y="1589"/>
          <a:ext cx="1719"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721" y="1589"/>
                        <a:ext cx="1719" cy="1587"/>
                      </a:xfrm>
                      <a:prstGeom prst="rect">
                        <a:avLst/>
                      </a:prstGeom>
                    </p:spPr>
                  </p:pic>
                </p:oleObj>
              </mc:Fallback>
            </mc:AlternateContent>
          </a:graphicData>
        </a:graphic>
      </p:graphicFrame>
      <p:sp>
        <p:nvSpPr>
          <p:cNvPr id="19" name="Title 3"/>
          <p:cNvSpPr>
            <a:spLocks noGrp="1"/>
          </p:cNvSpPr>
          <p:nvPr>
            <p:ph type="title" hasCustomPrompt="1"/>
          </p:nvPr>
        </p:nvSpPr>
        <p:spPr>
          <a:xfrm>
            <a:off x="265200" y="804673"/>
            <a:ext cx="9360000" cy="332399"/>
          </a:xfrm>
          <a:prstGeom prst="rect">
            <a:avLst/>
          </a:prstGeom>
          <a:noFill/>
          <a:ln>
            <a:noFill/>
          </a:ln>
        </p:spPr>
        <p:txBody>
          <a:bodyPr rtlCol="0"/>
          <a:lstStyle>
            <a:lvl1pPr latinLnBrk="0">
              <a:defRPr>
                <a:latin typeface="+mj-lt"/>
                <a:ea typeface="맑은 고딕" panose="020B0503020000020004" pitchFamily="50" charset="-127"/>
              </a:defRPr>
            </a:lvl1pPr>
          </a:lstStyle>
          <a:p>
            <a:r>
              <a:rPr lang="en-US" dirty="0"/>
              <a:t>Headline of maximum two lines here</a:t>
            </a:r>
          </a:p>
        </p:txBody>
      </p:sp>
    </p:spTree>
    <p:extLst>
      <p:ext uri="{BB962C8B-B14F-4D97-AF65-F5344CB8AC3E}">
        <p14:creationId xmlns:p14="http://schemas.microsoft.com/office/powerpoint/2010/main" val="1918627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T. Kearney Divider 2014">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a:xfrm>
            <a:off x="265201" y="2157985"/>
            <a:ext cx="9366880" cy="276999"/>
          </a:xfrm>
          <a:ln>
            <a:noFill/>
          </a:ln>
        </p:spPr>
        <p:txBody>
          <a:bodyPr/>
          <a:lstStyle>
            <a:lvl1pPr marL="164592" indent="-164592">
              <a:buFont typeface="Arial" pitchFamily="34" charset="0"/>
              <a:buChar char="•"/>
              <a:defRPr sz="2000" baseline="0">
                <a:latin typeface="+mj-lt"/>
                <a:ea typeface="맑은 고딕" panose="020B0503020000020004" pitchFamily="50" charset="-127"/>
              </a:defRPr>
            </a:lvl1pPr>
            <a:lvl2pPr marL="347472" indent="-182880">
              <a:spcBef>
                <a:spcPts val="600"/>
              </a:spcBef>
              <a:buFont typeface="Arial" pitchFamily="34" charset="0"/>
              <a:buChar char="–"/>
              <a:defRPr sz="2000"/>
            </a:lvl2pPr>
            <a:lvl3pPr marL="484632" indent="-137160">
              <a:spcBef>
                <a:spcPts val="200"/>
              </a:spcBef>
              <a:buFont typeface="Arial" pitchFamily="34" charset="0"/>
              <a:buChar char="-"/>
              <a:defRPr sz="2000"/>
            </a:lvl3pPr>
            <a:lvl4pPr>
              <a:defRPr sz="2000"/>
            </a:lvl4pPr>
            <a:lvl5pPr>
              <a:defRPr sz="2000"/>
            </a:lvl5pPr>
          </a:lstStyle>
          <a:p>
            <a:pPr lvl="0"/>
            <a:r>
              <a:rPr lang="en-US" dirty="0"/>
              <a:t>Divider subsections here</a:t>
            </a:r>
          </a:p>
        </p:txBody>
      </p:sp>
      <p:sp>
        <p:nvSpPr>
          <p:cNvPr id="2" name="Title 1"/>
          <p:cNvSpPr>
            <a:spLocks noGrp="1"/>
          </p:cNvSpPr>
          <p:nvPr>
            <p:ph type="title" hasCustomPrompt="1"/>
          </p:nvPr>
        </p:nvSpPr>
        <p:spPr>
          <a:xfrm>
            <a:off x="265201" y="1627632"/>
            <a:ext cx="9366811" cy="338328"/>
          </a:xfrm>
          <a:ln>
            <a:noFill/>
          </a:ln>
        </p:spPr>
        <p:txBody>
          <a:bodyPr/>
          <a:lstStyle>
            <a:lvl1pPr>
              <a:defRPr baseline="0">
                <a:latin typeface="+mj-lt"/>
                <a:ea typeface="맑은 고딕" panose="020B0503020000020004" pitchFamily="50" charset="-127"/>
              </a:defRPr>
            </a:lvl1pPr>
          </a:lstStyle>
          <a:p>
            <a:r>
              <a:rPr lang="en-US" dirty="0"/>
              <a:t>Divider text here</a:t>
            </a:r>
          </a:p>
        </p:txBody>
      </p:sp>
    </p:spTree>
    <p:extLst>
      <p:ext uri="{BB962C8B-B14F-4D97-AF65-F5344CB8AC3E}">
        <p14:creationId xmlns:p14="http://schemas.microsoft.com/office/powerpoint/2010/main" val="2648066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T. Kearney ClosingPage 2014">
    <p:spTree>
      <p:nvGrpSpPr>
        <p:cNvPr id="1" name=""/>
        <p:cNvGrpSpPr/>
        <p:nvPr/>
      </p:nvGrpSpPr>
      <p:grpSpPr>
        <a:xfrm>
          <a:off x="0" y="0"/>
          <a:ext cx="0" cy="0"/>
          <a:chOff x="0" y="0"/>
          <a:chExt cx="0" cy="0"/>
        </a:xfrm>
      </p:grpSpPr>
      <p:pic>
        <p:nvPicPr>
          <p:cNvPr id="7" name="Picture 2" descr="006_Sig-for-last-page.jpg"/>
          <p:cNvPicPr>
            <a:picLocks noChangeAspect="1"/>
          </p:cNvPicPr>
          <p:nvPr userDrawn="1"/>
        </p:nvPicPr>
        <p:blipFill>
          <a:blip r:embed="rId5" cstate="print"/>
          <a:srcRect l="399"/>
          <a:stretch>
            <a:fillRect/>
          </a:stretch>
        </p:blipFill>
        <p:spPr>
          <a:xfrm>
            <a:off x="1" y="4794470"/>
            <a:ext cx="9906000" cy="2063530"/>
          </a:xfrm>
          <a:prstGeom prst="rect">
            <a:avLst/>
          </a:prstGeom>
        </p:spPr>
      </p:pic>
      <p:cxnSp>
        <p:nvCxnSpPr>
          <p:cNvPr id="8" name="Straight Connector 3"/>
          <p:cNvCxnSpPr/>
          <p:nvPr userDrawn="1">
            <p:custDataLst>
              <p:tags r:id="rId1"/>
            </p:custDataLst>
          </p:nvPr>
        </p:nvCxnSpPr>
        <p:spPr>
          <a:xfrm>
            <a:off x="0" y="872716"/>
            <a:ext cx="9906000" cy="0"/>
          </a:xfrm>
          <a:prstGeom prst="line">
            <a:avLst/>
          </a:prstGeom>
          <a:noFill/>
          <a:ln w="3175" cap="flat" cmpd="sng" algn="ctr">
            <a:solidFill>
              <a:srgbClr val="ADABA1"/>
            </a:solidFill>
            <a:prstDash val="solid"/>
            <a:miter lim="800000"/>
          </a:ln>
          <a:effectLst/>
        </p:spPr>
      </p:cxnSp>
      <p:sp>
        <p:nvSpPr>
          <p:cNvPr id="9" name="TextBox 8"/>
          <p:cNvSpPr txBox="1"/>
          <p:nvPr userDrawn="1">
            <p:custDataLst>
              <p:tags r:id="rId2"/>
            </p:custDataLst>
          </p:nvPr>
        </p:nvSpPr>
        <p:spPr bwMode="gray">
          <a:xfrm>
            <a:off x="260387" y="945870"/>
            <a:ext cx="9385228" cy="1705595"/>
          </a:xfrm>
          <a:prstGeom prst="rect">
            <a:avLst/>
          </a:prstGeom>
          <a:noFill/>
          <a:ln w="6350" cap="rnd">
            <a:noFill/>
          </a:ln>
        </p:spPr>
        <p:txBody>
          <a:bodyPr wrap="square" lIns="0" tIns="0" rIns="0" bIns="0" rtlCol="0" anchor="t" anchorCtr="0">
            <a:noAutofit/>
          </a:bodyPr>
          <a:lstStyle/>
          <a:p>
            <a:pPr defTabSz="914400" fontAlgn="auto" latinLnBrk="0">
              <a:lnSpc>
                <a:spcPts val="1900"/>
              </a:lnSpc>
              <a:spcBef>
                <a:spcPts val="0"/>
              </a:spcBef>
              <a:spcAft>
                <a:spcPts val="0"/>
              </a:spcAft>
              <a:defRPr/>
            </a:pPr>
            <a:r>
              <a:rPr kumimoji="0" lang="en-US" sz="1300" b="0" dirty="0">
                <a:solidFill>
                  <a:srgbClr val="000000"/>
                </a:solidFill>
                <a:latin typeface="Arial"/>
                <a:cs typeface="Arial" pitchFamily="34" charset="0"/>
              </a:rPr>
              <a:t>A.T. Kearney is a leading global management consulting firm with offices in more than 40 countries. Since 1926, we have been trusted advisors to the world's foremost organizations. A.T. Kearney is a partner-owned firm, committed to helping clients achieve immediate impact and growing advantage on their most mission-critical issues. For more information, visit </a:t>
            </a:r>
            <a:r>
              <a:rPr kumimoji="0" lang="en-US" sz="1300" b="0" dirty="0">
                <a:solidFill>
                  <a:srgbClr val="000000"/>
                </a:solidFill>
                <a:latin typeface="Arial"/>
                <a:cs typeface="Arial" pitchFamily="34" charset="0"/>
                <a:hlinkClick r:id="rId6"/>
              </a:rPr>
              <a:t>www.atkearney.com</a:t>
            </a:r>
            <a:r>
              <a:rPr kumimoji="0" lang="en-US" sz="1300" b="0" dirty="0">
                <a:solidFill>
                  <a:srgbClr val="000000"/>
                </a:solidFill>
                <a:latin typeface="Arial"/>
                <a:cs typeface="Arial" pitchFamily="34" charset="0"/>
              </a:rPr>
              <a:t>.</a:t>
            </a:r>
          </a:p>
          <a:p>
            <a:pPr defTabSz="914400" fontAlgn="auto" latinLnBrk="0">
              <a:lnSpc>
                <a:spcPts val="1900"/>
              </a:lnSpc>
              <a:spcBef>
                <a:spcPts val="0"/>
              </a:spcBef>
              <a:spcAft>
                <a:spcPts val="0"/>
              </a:spcAft>
              <a:defRPr/>
            </a:pPr>
            <a:r>
              <a:rPr kumimoji="0" lang="en-US" sz="1300" b="0" dirty="0">
                <a:solidFill>
                  <a:srgbClr val="000000"/>
                </a:solidFill>
                <a:latin typeface="Arial"/>
                <a:cs typeface="Arial" pitchFamily="34" charset="0"/>
              </a:rPr>
              <a:t>This report is solely for the use of Client personnel.  No part of it may be circulated, quoted, or reproduced for distribution outside the Client organization without prior written approval from A.T. Kearney Korea LLC.  A.T. Kearney Korea LLC is an associated firm, operating independently under the A.T. Kearney name.</a:t>
            </a:r>
          </a:p>
        </p:txBody>
      </p:sp>
      <p:graphicFrame>
        <p:nvGraphicFramePr>
          <p:cNvPr id="10" name="Table 4"/>
          <p:cNvGraphicFramePr>
            <a:graphicFrameLocks noGrp="1"/>
          </p:cNvGraphicFramePr>
          <p:nvPr userDrawn="1">
            <p:custDataLst>
              <p:tags r:id="rId3"/>
            </p:custDataLst>
          </p:nvPr>
        </p:nvGraphicFramePr>
        <p:xfrm>
          <a:off x="260386" y="2895600"/>
          <a:ext cx="9385229" cy="2252400"/>
        </p:xfrm>
        <a:graphic>
          <a:graphicData uri="http://schemas.openxmlformats.org/drawingml/2006/table">
            <a:tbl>
              <a:tblPr firstRow="1" bandRow="1"/>
              <a:tblGrid>
                <a:gridCol w="1173154">
                  <a:extLst>
                    <a:ext uri="{9D8B030D-6E8A-4147-A177-3AD203B41FA5}">
                      <a16:colId xmlns:a16="http://schemas.microsoft.com/office/drawing/2014/main" val="20000"/>
                    </a:ext>
                  </a:extLst>
                </a:gridCol>
                <a:gridCol w="1173154">
                  <a:extLst>
                    <a:ext uri="{9D8B030D-6E8A-4147-A177-3AD203B41FA5}">
                      <a16:colId xmlns:a16="http://schemas.microsoft.com/office/drawing/2014/main" val="20001"/>
                    </a:ext>
                  </a:extLst>
                </a:gridCol>
                <a:gridCol w="1173154">
                  <a:extLst>
                    <a:ext uri="{9D8B030D-6E8A-4147-A177-3AD203B41FA5}">
                      <a16:colId xmlns:a16="http://schemas.microsoft.com/office/drawing/2014/main" val="20002"/>
                    </a:ext>
                  </a:extLst>
                </a:gridCol>
                <a:gridCol w="1173154">
                  <a:extLst>
                    <a:ext uri="{9D8B030D-6E8A-4147-A177-3AD203B41FA5}">
                      <a16:colId xmlns:a16="http://schemas.microsoft.com/office/drawing/2014/main" val="20003"/>
                    </a:ext>
                  </a:extLst>
                </a:gridCol>
                <a:gridCol w="1173154">
                  <a:extLst>
                    <a:ext uri="{9D8B030D-6E8A-4147-A177-3AD203B41FA5}">
                      <a16:colId xmlns:a16="http://schemas.microsoft.com/office/drawing/2014/main" val="20004"/>
                    </a:ext>
                  </a:extLst>
                </a:gridCol>
                <a:gridCol w="1173154">
                  <a:extLst>
                    <a:ext uri="{9D8B030D-6E8A-4147-A177-3AD203B41FA5}">
                      <a16:colId xmlns:a16="http://schemas.microsoft.com/office/drawing/2014/main" val="20005"/>
                    </a:ext>
                  </a:extLst>
                </a:gridCol>
                <a:gridCol w="1173154">
                  <a:extLst>
                    <a:ext uri="{9D8B030D-6E8A-4147-A177-3AD203B41FA5}">
                      <a16:colId xmlns:a16="http://schemas.microsoft.com/office/drawing/2014/main" val="20006"/>
                    </a:ext>
                  </a:extLst>
                </a:gridCol>
                <a:gridCol w="1173154">
                  <a:extLst>
                    <a:ext uri="{9D8B030D-6E8A-4147-A177-3AD203B41FA5}">
                      <a16:colId xmlns:a16="http://schemas.microsoft.com/office/drawing/2014/main" val="20007"/>
                    </a:ext>
                  </a:extLst>
                </a:gridCol>
              </a:tblGrid>
              <a:tr h="365755">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a:lnSpc>
                          <a:spcPts val="1100"/>
                        </a:lnSpc>
                      </a:pPr>
                      <a:r>
                        <a:rPr lang="en-US" sz="900" b="1" dirty="0">
                          <a:latin typeface="Arial"/>
                        </a:rPr>
                        <a:t>Americas</a:t>
                      </a:r>
                    </a:p>
                  </a:txBody>
                  <a:tcPr marL="0" marR="0" marT="36000" marB="108000">
                    <a:lnL>
                      <a:noFill/>
                    </a:lnL>
                    <a:lnR>
                      <a:noFill/>
                    </a:lnR>
                    <a:lnT w="3175" cap="flat" cmpd="sng" algn="ctr">
                      <a:solidFill>
                        <a:srgbClr val="ADABA1"/>
                      </a:solidFill>
                      <a:prstDash val="solid"/>
                      <a:round/>
                      <a:headEnd type="none" w="med" len="med"/>
                      <a:tailEnd type="none" w="med" len="med"/>
                    </a:lnT>
                    <a:lnB w="6350" cap="flat" cmpd="sng" algn="ctr">
                      <a:solidFill>
                        <a:srgbClr val="ADABA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a:lnSpc>
                          <a:spcPts val="1100"/>
                        </a:lnSpc>
                      </a:pPr>
                      <a:r>
                        <a:rPr lang="en-US" sz="900" dirty="0">
                          <a:latin typeface="Arial"/>
                        </a:rPr>
                        <a:t>Atlanta</a:t>
                      </a:r>
                    </a:p>
                    <a:p>
                      <a:pPr marL="0" marR="0" indent="0" algn="l" defTabSz="914400" rtl="0" eaLnBrk="1" fontAlgn="auto" latinLnBrk="0" hangingPunct="1">
                        <a:lnSpc>
                          <a:spcPts val="1100"/>
                        </a:lnSpc>
                        <a:spcBef>
                          <a:spcPts val="0"/>
                        </a:spcBef>
                        <a:spcAft>
                          <a:spcPts val="0"/>
                        </a:spcAft>
                        <a:buClrTx/>
                        <a:buSzTx/>
                        <a:buFontTx/>
                        <a:buNone/>
                        <a:tabLst/>
                        <a:defRPr/>
                      </a:pPr>
                      <a:r>
                        <a:rPr lang="en-US" sz="900" dirty="0">
                          <a:solidFill>
                            <a:schemeClr val="tx1"/>
                          </a:solidFill>
                          <a:latin typeface="+mn-lt"/>
                        </a:rPr>
                        <a:t>Bogot</a:t>
                      </a:r>
                      <a:r>
                        <a:rPr lang="en-US" sz="900" kern="1200" dirty="0">
                          <a:solidFill>
                            <a:schemeClr val="tx1"/>
                          </a:solidFill>
                          <a:effectLst/>
                          <a:latin typeface="+mn-lt"/>
                          <a:ea typeface="+mn-ea"/>
                          <a:cs typeface="+mn-cs"/>
                        </a:rPr>
                        <a:t>á</a:t>
                      </a:r>
                    </a:p>
                    <a:p>
                      <a:pPr marL="0" marR="0" indent="0" algn="l" defTabSz="914400" rtl="0" eaLnBrk="1" fontAlgn="auto" latinLnBrk="0" hangingPunct="1">
                        <a:lnSpc>
                          <a:spcPts val="1100"/>
                        </a:lnSpc>
                        <a:spcBef>
                          <a:spcPts val="0"/>
                        </a:spcBef>
                        <a:spcAft>
                          <a:spcPts val="0"/>
                        </a:spcAft>
                        <a:buClrTx/>
                        <a:buSzTx/>
                        <a:buFontTx/>
                        <a:buNone/>
                        <a:tabLst/>
                        <a:defRPr/>
                      </a:pPr>
                      <a:r>
                        <a:rPr lang="en-US" sz="900" kern="1200" dirty="0">
                          <a:solidFill>
                            <a:schemeClr val="tx1"/>
                          </a:solidFill>
                          <a:effectLst/>
                          <a:latin typeface="+mn-lt"/>
                          <a:ea typeface="+mn-ea"/>
                          <a:cs typeface="+mn-cs"/>
                        </a:rPr>
                        <a:t>Boston</a:t>
                      </a:r>
                      <a:endParaRPr lang="en-US" sz="900" dirty="0">
                        <a:solidFill>
                          <a:schemeClr val="tx1"/>
                        </a:solidFill>
                        <a:latin typeface="+mn-lt"/>
                      </a:endParaRPr>
                    </a:p>
                  </a:txBody>
                  <a:tcPr marL="0" marR="0" marT="36000" marB="108000">
                    <a:lnL>
                      <a:noFill/>
                    </a:lnL>
                    <a:lnR>
                      <a:noFill/>
                    </a:lnR>
                    <a:lnT w="3175" cap="flat" cmpd="sng" algn="ctr">
                      <a:solidFill>
                        <a:srgbClr val="ADABA1"/>
                      </a:solidFill>
                      <a:prstDash val="solid"/>
                      <a:round/>
                      <a:headEnd type="none" w="med" len="med"/>
                      <a:tailEnd type="none" w="med" len="med"/>
                    </a:lnT>
                    <a:lnB w="6350" cap="flat" cmpd="sng" algn="ctr">
                      <a:solidFill>
                        <a:srgbClr val="ADABA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marL="0" marR="0" indent="0" algn="l" defTabSz="914400" rtl="0" eaLnBrk="1" fontAlgn="auto" latinLnBrk="0" hangingPunct="1">
                        <a:lnSpc>
                          <a:spcPts val="1100"/>
                        </a:lnSpc>
                        <a:spcBef>
                          <a:spcPts val="0"/>
                        </a:spcBef>
                        <a:spcAft>
                          <a:spcPts val="0"/>
                        </a:spcAft>
                        <a:buClrTx/>
                        <a:buSzTx/>
                        <a:buFontTx/>
                        <a:buNone/>
                        <a:tabLst/>
                        <a:defRPr/>
                      </a:pPr>
                      <a:r>
                        <a:rPr lang="en-US" sz="900" dirty="0">
                          <a:latin typeface="+mn-lt"/>
                        </a:rPr>
                        <a:t>Calgary</a:t>
                      </a:r>
                      <a:endParaRPr lang="en-US" sz="900" dirty="0">
                        <a:latin typeface="Arial"/>
                      </a:endParaRPr>
                    </a:p>
                    <a:p>
                      <a:pPr>
                        <a:lnSpc>
                          <a:spcPts val="1100"/>
                        </a:lnSpc>
                      </a:pPr>
                      <a:r>
                        <a:rPr lang="en-US" sz="900" dirty="0">
                          <a:latin typeface="Arial"/>
                        </a:rPr>
                        <a:t>Chicago</a:t>
                      </a:r>
                    </a:p>
                    <a:p>
                      <a:pPr>
                        <a:lnSpc>
                          <a:spcPts val="1100"/>
                        </a:lnSpc>
                      </a:pPr>
                      <a:r>
                        <a:rPr lang="en-US" sz="900" dirty="0">
                          <a:latin typeface="Arial"/>
                        </a:rPr>
                        <a:t>Dallas</a:t>
                      </a:r>
                    </a:p>
                  </a:txBody>
                  <a:tcPr marL="0" marR="0" marT="36000" marB="108000">
                    <a:lnL>
                      <a:noFill/>
                    </a:lnL>
                    <a:lnR>
                      <a:noFill/>
                    </a:lnR>
                    <a:lnT w="3175" cap="flat" cmpd="sng" algn="ctr">
                      <a:solidFill>
                        <a:srgbClr val="ADABA1"/>
                      </a:solidFill>
                      <a:prstDash val="solid"/>
                      <a:round/>
                      <a:headEnd type="none" w="med" len="med"/>
                      <a:tailEnd type="none" w="med" len="med"/>
                    </a:lnT>
                    <a:lnB w="6350" cap="flat" cmpd="sng" algn="ctr">
                      <a:solidFill>
                        <a:srgbClr val="ADABA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a:lnSpc>
                          <a:spcPts val="1100"/>
                        </a:lnSpc>
                      </a:pPr>
                      <a:r>
                        <a:rPr lang="en-US" sz="900" dirty="0">
                          <a:latin typeface="Arial"/>
                        </a:rPr>
                        <a:t>Detroit</a:t>
                      </a:r>
                    </a:p>
                    <a:p>
                      <a:pPr marL="0" marR="0" indent="0" algn="l" defTabSz="914400" rtl="0" eaLnBrk="1" fontAlgn="auto" latinLnBrk="0" hangingPunct="1">
                        <a:lnSpc>
                          <a:spcPts val="1100"/>
                        </a:lnSpc>
                        <a:spcBef>
                          <a:spcPts val="0"/>
                        </a:spcBef>
                        <a:spcAft>
                          <a:spcPts val="0"/>
                        </a:spcAft>
                        <a:buClrTx/>
                        <a:buSzTx/>
                        <a:buFontTx/>
                        <a:buNone/>
                        <a:tabLst/>
                        <a:defRPr/>
                      </a:pPr>
                      <a:r>
                        <a:rPr lang="en-US" sz="900" dirty="0">
                          <a:latin typeface="+mn-lt"/>
                        </a:rPr>
                        <a:t>Houston</a:t>
                      </a:r>
                      <a:endParaRPr lang="en-US" sz="900" b="1" dirty="0">
                        <a:latin typeface="+mn-lt"/>
                      </a:endParaRPr>
                    </a:p>
                    <a:p>
                      <a:pPr marL="0" marR="0" indent="0" algn="l" defTabSz="914400" rtl="0" eaLnBrk="1" fontAlgn="auto" latinLnBrk="0" hangingPunct="1">
                        <a:lnSpc>
                          <a:spcPts val="1100"/>
                        </a:lnSpc>
                        <a:spcBef>
                          <a:spcPts val="0"/>
                        </a:spcBef>
                        <a:spcAft>
                          <a:spcPts val="0"/>
                        </a:spcAft>
                        <a:buClrTx/>
                        <a:buSzTx/>
                        <a:buFontTx/>
                        <a:buNone/>
                        <a:tabLst/>
                        <a:defRPr/>
                      </a:pPr>
                      <a:r>
                        <a:rPr lang="en-US" sz="900" dirty="0">
                          <a:latin typeface="+mn-lt"/>
                        </a:rPr>
                        <a:t>Mexico City</a:t>
                      </a:r>
                    </a:p>
                  </a:txBody>
                  <a:tcPr marL="0" marR="0" marT="36000" marB="108000">
                    <a:lnL>
                      <a:noFill/>
                    </a:lnL>
                    <a:lnR>
                      <a:noFill/>
                    </a:lnR>
                    <a:lnT w="3175" cap="flat" cmpd="sng" algn="ctr">
                      <a:solidFill>
                        <a:srgbClr val="ADABA1"/>
                      </a:solidFill>
                      <a:prstDash val="solid"/>
                      <a:round/>
                      <a:headEnd type="none" w="med" len="med"/>
                      <a:tailEnd type="none" w="med" len="med"/>
                    </a:lnT>
                    <a:lnB w="6350" cap="flat" cmpd="sng" algn="ctr">
                      <a:solidFill>
                        <a:srgbClr val="ADABA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marL="0" marR="0" indent="0" algn="l" defTabSz="914400" rtl="0" eaLnBrk="1" fontAlgn="auto" latinLnBrk="0" hangingPunct="1">
                        <a:lnSpc>
                          <a:spcPts val="1100"/>
                        </a:lnSpc>
                        <a:spcBef>
                          <a:spcPts val="0"/>
                        </a:spcBef>
                        <a:spcAft>
                          <a:spcPts val="0"/>
                        </a:spcAft>
                        <a:buClrTx/>
                        <a:buSzTx/>
                        <a:buFontTx/>
                        <a:buNone/>
                        <a:tabLst/>
                        <a:defRPr/>
                      </a:pPr>
                      <a:r>
                        <a:rPr lang="en-US" sz="900" dirty="0">
                          <a:latin typeface="+mn-lt"/>
                        </a:rPr>
                        <a:t>New York</a:t>
                      </a:r>
                    </a:p>
                    <a:p>
                      <a:pPr>
                        <a:lnSpc>
                          <a:spcPts val="1100"/>
                        </a:lnSpc>
                      </a:pPr>
                      <a:r>
                        <a:rPr lang="en-US" sz="900" dirty="0">
                          <a:latin typeface="+mn-lt"/>
                        </a:rPr>
                        <a:t>Palo Alto</a:t>
                      </a:r>
                    </a:p>
                    <a:p>
                      <a:pPr marL="0" marR="0" indent="0" algn="l" defTabSz="914400" rtl="0" eaLnBrk="1" fontAlgn="auto" latinLnBrk="0" hangingPunct="1">
                        <a:lnSpc>
                          <a:spcPts val="1100"/>
                        </a:lnSpc>
                        <a:spcBef>
                          <a:spcPts val="0"/>
                        </a:spcBef>
                        <a:spcAft>
                          <a:spcPts val="0"/>
                        </a:spcAft>
                        <a:buClrTx/>
                        <a:buSzTx/>
                        <a:buFontTx/>
                        <a:buNone/>
                        <a:tabLst/>
                        <a:defRPr/>
                      </a:pPr>
                      <a:r>
                        <a:rPr lang="en-US" sz="900" dirty="0">
                          <a:latin typeface="Arial"/>
                        </a:rPr>
                        <a:t>San Francisco</a:t>
                      </a:r>
                    </a:p>
                  </a:txBody>
                  <a:tcPr marL="0" marR="0" marT="36000" marB="108000">
                    <a:lnL>
                      <a:noFill/>
                    </a:lnL>
                    <a:lnR>
                      <a:noFill/>
                    </a:lnR>
                    <a:lnT w="3175" cap="flat" cmpd="sng" algn="ctr">
                      <a:solidFill>
                        <a:srgbClr val="ADABA1"/>
                      </a:solidFill>
                      <a:prstDash val="solid"/>
                      <a:round/>
                      <a:headEnd type="none" w="med" len="med"/>
                      <a:tailEnd type="none" w="med" len="med"/>
                    </a:lnT>
                    <a:lnB w="6350" cap="flat" cmpd="sng" algn="ctr">
                      <a:solidFill>
                        <a:srgbClr val="ADABA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marL="0" marR="0" indent="0" algn="l" defTabSz="914400" rtl="0" eaLnBrk="1" fontAlgn="auto" latinLnBrk="0" hangingPunct="1">
                        <a:lnSpc>
                          <a:spcPts val="1100"/>
                        </a:lnSpc>
                        <a:spcBef>
                          <a:spcPts val="0"/>
                        </a:spcBef>
                        <a:spcAft>
                          <a:spcPts val="0"/>
                        </a:spcAft>
                        <a:buClrTx/>
                        <a:buSzTx/>
                        <a:buFontTx/>
                        <a:buNone/>
                        <a:tabLst/>
                        <a:defRPr/>
                      </a:pPr>
                      <a:r>
                        <a:rPr lang="en-US" sz="900" dirty="0">
                          <a:latin typeface="+mn-lt"/>
                        </a:rPr>
                        <a:t>São Paulo</a:t>
                      </a:r>
                    </a:p>
                    <a:p>
                      <a:pPr>
                        <a:lnSpc>
                          <a:spcPts val="1100"/>
                        </a:lnSpc>
                      </a:pPr>
                      <a:r>
                        <a:rPr lang="en-US" sz="900" dirty="0">
                          <a:latin typeface="+mn-lt"/>
                        </a:rPr>
                        <a:t>Toronto</a:t>
                      </a:r>
                    </a:p>
                    <a:p>
                      <a:pPr>
                        <a:lnSpc>
                          <a:spcPts val="1100"/>
                        </a:lnSpc>
                      </a:pPr>
                      <a:r>
                        <a:rPr lang="en-US" sz="900" dirty="0">
                          <a:latin typeface="+mn-lt"/>
                        </a:rPr>
                        <a:t>Washington,</a:t>
                      </a:r>
                      <a:r>
                        <a:rPr lang="en-US" sz="700" dirty="0">
                          <a:latin typeface="+mn-lt"/>
                        </a:rPr>
                        <a:t> </a:t>
                      </a:r>
                      <a:r>
                        <a:rPr lang="en-US" sz="900" dirty="0">
                          <a:latin typeface="+mn-lt"/>
                        </a:rPr>
                        <a:t>D.C.</a:t>
                      </a:r>
                      <a:endParaRPr lang="en-US" sz="900" dirty="0">
                        <a:latin typeface="+mn-lt"/>
                        <a:cs typeface="Arial" pitchFamily="34" charset="0"/>
                      </a:endParaRPr>
                    </a:p>
                  </a:txBody>
                  <a:tcPr marL="0" marR="0" marT="36000" marB="108000">
                    <a:lnL>
                      <a:noFill/>
                    </a:lnL>
                    <a:lnR>
                      <a:noFill/>
                    </a:lnR>
                    <a:lnT w="3175" cap="flat" cmpd="sng" algn="ctr">
                      <a:solidFill>
                        <a:srgbClr val="ADABA1"/>
                      </a:solidFill>
                      <a:prstDash val="solid"/>
                      <a:round/>
                      <a:headEnd type="none" w="med" len="med"/>
                      <a:tailEnd type="none" w="med" len="med"/>
                    </a:lnT>
                    <a:lnB w="6350" cap="flat" cmpd="sng" algn="ctr">
                      <a:solidFill>
                        <a:srgbClr val="ADABA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marL="0" marR="0" indent="0" algn="l" defTabSz="914400" rtl="0" eaLnBrk="1" fontAlgn="auto" latinLnBrk="0" hangingPunct="1">
                        <a:lnSpc>
                          <a:spcPts val="1100"/>
                        </a:lnSpc>
                        <a:spcBef>
                          <a:spcPts val="0"/>
                        </a:spcBef>
                        <a:spcAft>
                          <a:spcPts val="0"/>
                        </a:spcAft>
                        <a:buClrTx/>
                        <a:buSzTx/>
                        <a:buFontTx/>
                        <a:buNone/>
                        <a:tabLst/>
                        <a:defRPr/>
                      </a:pPr>
                      <a:endParaRPr lang="en-US" sz="900" dirty="0">
                        <a:latin typeface="Arial"/>
                      </a:endParaRPr>
                    </a:p>
                  </a:txBody>
                  <a:tcPr marL="0" marR="0" marT="36000" marB="108000">
                    <a:lnL>
                      <a:noFill/>
                    </a:lnL>
                    <a:lnR>
                      <a:noFill/>
                    </a:lnR>
                    <a:lnT w="3175" cap="flat" cmpd="sng" algn="ctr">
                      <a:solidFill>
                        <a:srgbClr val="ADABA1"/>
                      </a:solidFill>
                      <a:prstDash val="solid"/>
                      <a:round/>
                      <a:headEnd type="none" w="med" len="med"/>
                      <a:tailEnd type="none" w="med" len="med"/>
                    </a:lnT>
                    <a:lnB w="6350" cap="flat" cmpd="sng" algn="ctr">
                      <a:solidFill>
                        <a:srgbClr val="ADABA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a:lnSpc>
                          <a:spcPts val="1100"/>
                        </a:lnSpc>
                      </a:pPr>
                      <a:endParaRPr lang="en-US" sz="900" dirty="0">
                        <a:latin typeface="Arial"/>
                        <a:cs typeface="Arial" pitchFamily="34" charset="0"/>
                      </a:endParaRPr>
                    </a:p>
                  </a:txBody>
                  <a:tcPr marL="0" marR="0" marT="36000" marB="108000">
                    <a:lnL>
                      <a:noFill/>
                    </a:lnL>
                    <a:lnR>
                      <a:noFill/>
                    </a:lnR>
                    <a:lnT w="3175" cap="flat" cmpd="sng" algn="ctr">
                      <a:solidFill>
                        <a:srgbClr val="ADABA1"/>
                      </a:solidFill>
                      <a:prstDash val="solid"/>
                      <a:round/>
                      <a:headEnd type="none" w="med" len="med"/>
                      <a:tailEnd type="none" w="med" len="med"/>
                    </a:lnT>
                    <a:lnB w="6350" cap="flat" cmpd="sng" algn="ctr">
                      <a:solidFill>
                        <a:srgbClr val="ADABA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03336">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b="1" dirty="0">
                          <a:latin typeface="Arial"/>
                        </a:rPr>
                        <a:t>Asia Pacific</a:t>
                      </a:r>
                    </a:p>
                  </a:txBody>
                  <a:tcPr marL="0" marR="0" marT="36000" marB="108000">
                    <a:lnL>
                      <a:noFill/>
                    </a:lnL>
                    <a:lnR>
                      <a:noFill/>
                    </a:lnR>
                    <a:lnT w="6350" cap="flat" cmpd="sng" algn="ctr">
                      <a:solidFill>
                        <a:srgbClr val="ADABA1"/>
                      </a:solidFill>
                      <a:prstDash val="solid"/>
                      <a:round/>
                      <a:headEnd type="none" w="med" len="med"/>
                      <a:tailEnd type="none" w="med" len="med"/>
                    </a:lnT>
                    <a:lnB w="6350" cap="flat" cmpd="sng" algn="ctr">
                      <a:solidFill>
                        <a:srgbClr val="ADABA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a:lnSpc>
                          <a:spcPts val="1100"/>
                        </a:lnSpc>
                      </a:pPr>
                      <a:r>
                        <a:rPr lang="en-US" sz="900" dirty="0">
                          <a:latin typeface="Arial"/>
                        </a:rPr>
                        <a:t>Bangkok</a:t>
                      </a:r>
                    </a:p>
                    <a:p>
                      <a:pPr>
                        <a:lnSpc>
                          <a:spcPts val="1100"/>
                        </a:lnSpc>
                      </a:pPr>
                      <a:r>
                        <a:rPr lang="en-US" sz="900" dirty="0">
                          <a:latin typeface="Arial"/>
                        </a:rPr>
                        <a:t>Beijing</a:t>
                      </a:r>
                    </a:p>
                    <a:p>
                      <a:pPr>
                        <a:lnSpc>
                          <a:spcPts val="1100"/>
                        </a:lnSpc>
                      </a:pPr>
                      <a:r>
                        <a:rPr lang="en-US" sz="900" dirty="0">
                          <a:latin typeface="Arial"/>
                        </a:rPr>
                        <a:t>Brisbane</a:t>
                      </a:r>
                    </a:p>
                  </a:txBody>
                  <a:tcPr marL="0" marR="0" marT="36000" marB="108000">
                    <a:lnL>
                      <a:noFill/>
                    </a:lnL>
                    <a:lnR>
                      <a:noFill/>
                    </a:lnR>
                    <a:lnT w="6350" cap="flat" cmpd="sng" algn="ctr">
                      <a:solidFill>
                        <a:srgbClr val="ADABA1"/>
                      </a:solidFill>
                      <a:prstDash val="solid"/>
                      <a:round/>
                      <a:headEnd type="none" w="med" len="med"/>
                      <a:tailEnd type="none" w="med" len="med"/>
                    </a:lnT>
                    <a:lnB w="6350" cap="flat" cmpd="sng" algn="ctr">
                      <a:solidFill>
                        <a:srgbClr val="ADABA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a:lnSpc>
                          <a:spcPts val="1100"/>
                        </a:lnSpc>
                      </a:pPr>
                      <a:r>
                        <a:rPr lang="en-US" sz="900" dirty="0">
                          <a:latin typeface="Arial"/>
                        </a:rPr>
                        <a:t>Hong Kong</a:t>
                      </a:r>
                    </a:p>
                    <a:p>
                      <a:pPr>
                        <a:lnSpc>
                          <a:spcPts val="1100"/>
                        </a:lnSpc>
                      </a:pPr>
                      <a:r>
                        <a:rPr lang="en-US" sz="900" dirty="0">
                          <a:latin typeface="Arial"/>
                        </a:rPr>
                        <a:t>Jakarta</a:t>
                      </a:r>
                    </a:p>
                    <a:p>
                      <a:pPr>
                        <a:lnSpc>
                          <a:spcPts val="1100"/>
                        </a:lnSpc>
                      </a:pPr>
                      <a:r>
                        <a:rPr lang="en-US" sz="900" dirty="0">
                          <a:latin typeface="Arial"/>
                        </a:rPr>
                        <a:t>Kuala Lumpur</a:t>
                      </a:r>
                    </a:p>
                  </a:txBody>
                  <a:tcPr marL="0" marR="0" marT="36000" marB="108000">
                    <a:lnL>
                      <a:noFill/>
                    </a:lnL>
                    <a:lnR>
                      <a:noFill/>
                    </a:lnR>
                    <a:lnT w="6350" cap="flat" cmpd="sng" algn="ctr">
                      <a:solidFill>
                        <a:srgbClr val="ADABA1"/>
                      </a:solidFill>
                      <a:prstDash val="solid"/>
                      <a:round/>
                      <a:headEnd type="none" w="med" len="med"/>
                      <a:tailEnd type="none" w="med" len="med"/>
                    </a:lnT>
                    <a:lnB w="6350" cap="flat" cmpd="sng" algn="ctr">
                      <a:solidFill>
                        <a:srgbClr val="ADABA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a:lnSpc>
                          <a:spcPts val="1100"/>
                        </a:lnSpc>
                      </a:pPr>
                      <a:r>
                        <a:rPr lang="en-US" sz="900" dirty="0">
                          <a:latin typeface="Arial"/>
                        </a:rPr>
                        <a:t>Melbourne</a:t>
                      </a:r>
                    </a:p>
                    <a:p>
                      <a:pPr>
                        <a:lnSpc>
                          <a:spcPts val="1100"/>
                        </a:lnSpc>
                      </a:pPr>
                      <a:r>
                        <a:rPr lang="en-US" sz="900" dirty="0">
                          <a:latin typeface="Arial"/>
                        </a:rPr>
                        <a:t>Mumbai</a:t>
                      </a:r>
                    </a:p>
                    <a:p>
                      <a:pPr>
                        <a:lnSpc>
                          <a:spcPts val="1100"/>
                        </a:lnSpc>
                      </a:pPr>
                      <a:r>
                        <a:rPr lang="en-US" sz="900" dirty="0">
                          <a:latin typeface="Arial"/>
                        </a:rPr>
                        <a:t>New Delhi</a:t>
                      </a:r>
                    </a:p>
                  </a:txBody>
                  <a:tcPr marL="0" marR="0" marT="36000" marB="108000">
                    <a:lnL>
                      <a:noFill/>
                    </a:lnL>
                    <a:lnR>
                      <a:noFill/>
                    </a:lnR>
                    <a:lnT w="6350" cap="flat" cmpd="sng" algn="ctr">
                      <a:solidFill>
                        <a:srgbClr val="ADABA1"/>
                      </a:solidFill>
                      <a:prstDash val="solid"/>
                      <a:round/>
                      <a:headEnd type="none" w="med" len="med"/>
                      <a:tailEnd type="none" w="med" len="med"/>
                    </a:lnT>
                    <a:lnB w="6350" cap="flat" cmpd="sng" algn="ctr">
                      <a:solidFill>
                        <a:srgbClr val="ADABA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a:lnSpc>
                          <a:spcPts val="1100"/>
                        </a:lnSpc>
                      </a:pPr>
                      <a:r>
                        <a:rPr lang="en-US" sz="900" dirty="0">
                          <a:latin typeface="Arial"/>
                        </a:rPr>
                        <a:t>Perth</a:t>
                      </a:r>
                    </a:p>
                    <a:p>
                      <a:pPr>
                        <a:lnSpc>
                          <a:spcPts val="1100"/>
                        </a:lnSpc>
                      </a:pPr>
                      <a:r>
                        <a:rPr lang="en-US" sz="900" dirty="0">
                          <a:latin typeface="Arial"/>
                        </a:rPr>
                        <a:t>Seoul</a:t>
                      </a:r>
                    </a:p>
                    <a:p>
                      <a:pPr>
                        <a:lnSpc>
                          <a:spcPts val="1100"/>
                        </a:lnSpc>
                      </a:pPr>
                      <a:r>
                        <a:rPr lang="en-US" sz="900" dirty="0">
                          <a:latin typeface="Arial"/>
                        </a:rPr>
                        <a:t>Shanghai</a:t>
                      </a:r>
                    </a:p>
                  </a:txBody>
                  <a:tcPr marL="0" marR="0" marT="36000" marB="108000">
                    <a:lnL>
                      <a:noFill/>
                    </a:lnL>
                    <a:lnR>
                      <a:noFill/>
                    </a:lnR>
                    <a:lnT w="6350" cap="flat" cmpd="sng" algn="ctr">
                      <a:solidFill>
                        <a:srgbClr val="ADABA1"/>
                      </a:solidFill>
                      <a:prstDash val="solid"/>
                      <a:round/>
                      <a:headEnd type="none" w="med" len="med"/>
                      <a:tailEnd type="none" w="med" len="med"/>
                    </a:lnT>
                    <a:lnB w="6350" cap="flat" cmpd="sng" algn="ctr">
                      <a:solidFill>
                        <a:srgbClr val="ADABA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a:lnSpc>
                          <a:spcPts val="1100"/>
                        </a:lnSpc>
                      </a:pPr>
                      <a:r>
                        <a:rPr lang="en-US" sz="900" dirty="0">
                          <a:latin typeface="Arial"/>
                        </a:rPr>
                        <a:t>Singapore</a:t>
                      </a:r>
                    </a:p>
                    <a:p>
                      <a:pPr>
                        <a:lnSpc>
                          <a:spcPts val="1100"/>
                        </a:lnSpc>
                      </a:pPr>
                      <a:r>
                        <a:rPr lang="en-US" sz="900" dirty="0">
                          <a:latin typeface="Arial"/>
                        </a:rPr>
                        <a:t>Sydney</a:t>
                      </a:r>
                    </a:p>
                    <a:p>
                      <a:pPr>
                        <a:lnSpc>
                          <a:spcPts val="1100"/>
                        </a:lnSpc>
                      </a:pPr>
                      <a:r>
                        <a:rPr lang="en-US" sz="900" dirty="0">
                          <a:latin typeface="Arial"/>
                        </a:rPr>
                        <a:t>Taipei</a:t>
                      </a:r>
                    </a:p>
                  </a:txBody>
                  <a:tcPr marL="0" marR="0" marT="36000" marB="108000">
                    <a:lnL>
                      <a:noFill/>
                    </a:lnL>
                    <a:lnR>
                      <a:noFill/>
                    </a:lnR>
                    <a:lnT w="6350" cap="flat" cmpd="sng" algn="ctr">
                      <a:solidFill>
                        <a:srgbClr val="ADABA1"/>
                      </a:solidFill>
                      <a:prstDash val="solid"/>
                      <a:round/>
                      <a:headEnd type="none" w="med" len="med"/>
                      <a:tailEnd type="none" w="med" len="med"/>
                    </a:lnT>
                    <a:lnB w="6350" cap="flat" cmpd="sng" algn="ctr">
                      <a:solidFill>
                        <a:srgbClr val="ADABA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a:lnSpc>
                          <a:spcPts val="1100"/>
                        </a:lnSpc>
                      </a:pPr>
                      <a:r>
                        <a:rPr lang="en-US" sz="900" dirty="0">
                          <a:latin typeface="Arial"/>
                        </a:rPr>
                        <a:t>Tokyo</a:t>
                      </a:r>
                    </a:p>
                    <a:p>
                      <a:pPr>
                        <a:lnSpc>
                          <a:spcPts val="1100"/>
                        </a:lnSpc>
                      </a:pPr>
                      <a:endParaRPr lang="en-US" sz="900" dirty="0">
                        <a:latin typeface="Arial"/>
                      </a:endParaRPr>
                    </a:p>
                  </a:txBody>
                  <a:tcPr marL="0" marR="0" marT="36000" marB="108000">
                    <a:lnL>
                      <a:noFill/>
                    </a:lnL>
                    <a:lnR>
                      <a:noFill/>
                    </a:lnR>
                    <a:lnT w="6350" cap="flat" cmpd="sng" algn="ctr">
                      <a:solidFill>
                        <a:srgbClr val="ADABA1"/>
                      </a:solidFill>
                      <a:prstDash val="solid"/>
                      <a:round/>
                      <a:headEnd type="none" w="med" len="med"/>
                      <a:tailEnd type="none" w="med" len="med"/>
                    </a:lnT>
                    <a:lnB w="6350" cap="flat" cmpd="sng" algn="ctr">
                      <a:solidFill>
                        <a:srgbClr val="ADABA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a:lnSpc>
                          <a:spcPts val="1100"/>
                        </a:lnSpc>
                      </a:pPr>
                      <a:endParaRPr lang="en-US" sz="900" dirty="0">
                        <a:latin typeface="Arial"/>
                      </a:endParaRPr>
                    </a:p>
                  </a:txBody>
                  <a:tcPr marL="0" marR="0" marT="36000" marB="108000">
                    <a:lnL>
                      <a:noFill/>
                    </a:lnL>
                    <a:lnR>
                      <a:noFill/>
                    </a:lnR>
                    <a:lnT w="6350" cap="flat" cmpd="sng" algn="ctr">
                      <a:solidFill>
                        <a:srgbClr val="ADABA1"/>
                      </a:solidFill>
                      <a:prstDash val="solid"/>
                      <a:round/>
                      <a:headEnd type="none" w="med" len="med"/>
                      <a:tailEnd type="none" w="med" len="med"/>
                    </a:lnT>
                    <a:lnB w="6350" cap="flat" cmpd="sng" algn="ctr">
                      <a:solidFill>
                        <a:srgbClr val="ADABA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02592">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r>
                        <a:rPr lang="en-US" sz="900" b="1" dirty="0">
                          <a:latin typeface="Arial"/>
                        </a:rPr>
                        <a:t>Europe</a:t>
                      </a:r>
                      <a:endParaRPr lang="en-US" sz="900" dirty="0">
                        <a:latin typeface="Arial"/>
                        <a:cs typeface="Arial" pitchFamily="34" charset="0"/>
                      </a:endParaRPr>
                    </a:p>
                  </a:txBody>
                  <a:tcPr marL="0" marR="0" marT="36000" marB="108000">
                    <a:lnL>
                      <a:noFill/>
                    </a:lnL>
                    <a:lnR>
                      <a:noFill/>
                    </a:lnR>
                    <a:lnT w="6350" cap="flat" cmpd="sng" algn="ctr">
                      <a:solidFill>
                        <a:srgbClr val="ADABA1"/>
                      </a:solidFill>
                      <a:prstDash val="solid"/>
                      <a:round/>
                      <a:headEnd type="none" w="med" len="med"/>
                      <a:tailEnd type="none" w="med" len="med"/>
                    </a:lnT>
                    <a:lnB w="6350" cap="flat" cmpd="sng" algn="ctr">
                      <a:solidFill>
                        <a:srgbClr val="ADABA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a:lnSpc>
                          <a:spcPts val="1100"/>
                        </a:lnSpc>
                      </a:pPr>
                      <a:r>
                        <a:rPr lang="en-US" sz="900" dirty="0">
                          <a:latin typeface="Arial"/>
                        </a:rPr>
                        <a:t>Amsterdam </a:t>
                      </a:r>
                    </a:p>
                    <a:p>
                      <a:pPr>
                        <a:lnSpc>
                          <a:spcPts val="1100"/>
                        </a:lnSpc>
                      </a:pPr>
                      <a:r>
                        <a:rPr lang="en-US" sz="900" dirty="0">
                          <a:latin typeface="Arial"/>
                        </a:rPr>
                        <a:t>Berlin </a:t>
                      </a:r>
                    </a:p>
                    <a:p>
                      <a:pPr>
                        <a:lnSpc>
                          <a:spcPts val="1100"/>
                        </a:lnSpc>
                      </a:pPr>
                      <a:r>
                        <a:rPr lang="en-US" sz="900" dirty="0">
                          <a:latin typeface="Arial"/>
                        </a:rPr>
                        <a:t>Brussels</a:t>
                      </a:r>
                    </a:p>
                    <a:p>
                      <a:pPr>
                        <a:lnSpc>
                          <a:spcPts val="1100"/>
                        </a:lnSpc>
                      </a:pPr>
                      <a:r>
                        <a:rPr lang="en-US" sz="900" dirty="0">
                          <a:latin typeface="Arial"/>
                        </a:rPr>
                        <a:t>Bucharest</a:t>
                      </a:r>
                    </a:p>
                  </a:txBody>
                  <a:tcPr marL="0" marR="0" marT="36000" marB="108000">
                    <a:lnL>
                      <a:noFill/>
                    </a:lnL>
                    <a:lnR>
                      <a:noFill/>
                    </a:lnR>
                    <a:lnT w="6350" cap="flat" cmpd="sng" algn="ctr">
                      <a:solidFill>
                        <a:srgbClr val="ADABA1"/>
                      </a:solidFill>
                      <a:prstDash val="solid"/>
                      <a:round/>
                      <a:headEnd type="none" w="med" len="med"/>
                      <a:tailEnd type="none" w="med" len="med"/>
                    </a:lnT>
                    <a:lnB w="6350" cap="flat" cmpd="sng" algn="ctr">
                      <a:solidFill>
                        <a:srgbClr val="ADABA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a:lnSpc>
                          <a:spcPts val="1100"/>
                        </a:lnSpc>
                      </a:pPr>
                      <a:r>
                        <a:rPr lang="en-US" sz="900" dirty="0">
                          <a:latin typeface="Arial"/>
                        </a:rPr>
                        <a:t>Budapest</a:t>
                      </a:r>
                    </a:p>
                    <a:p>
                      <a:pPr>
                        <a:lnSpc>
                          <a:spcPts val="1100"/>
                        </a:lnSpc>
                      </a:pPr>
                      <a:r>
                        <a:rPr lang="en-US" sz="900" dirty="0">
                          <a:latin typeface="Arial"/>
                        </a:rPr>
                        <a:t>Copenhagen</a:t>
                      </a:r>
                    </a:p>
                    <a:p>
                      <a:pPr>
                        <a:lnSpc>
                          <a:spcPts val="1100"/>
                        </a:lnSpc>
                      </a:pPr>
                      <a:r>
                        <a:rPr lang="en-US" sz="900" dirty="0">
                          <a:latin typeface="+mn-lt"/>
                        </a:rPr>
                        <a:t>Düsseldorf</a:t>
                      </a:r>
                    </a:p>
                    <a:p>
                      <a:pPr>
                        <a:lnSpc>
                          <a:spcPts val="1100"/>
                        </a:lnSpc>
                      </a:pPr>
                      <a:r>
                        <a:rPr lang="en-US" sz="900" dirty="0">
                          <a:latin typeface="Arial"/>
                        </a:rPr>
                        <a:t>Frankfurt</a:t>
                      </a:r>
                    </a:p>
                  </a:txBody>
                  <a:tcPr marL="0" marR="0" marT="36000" marB="108000">
                    <a:lnL>
                      <a:noFill/>
                    </a:lnL>
                    <a:lnR>
                      <a:noFill/>
                    </a:lnR>
                    <a:lnT w="6350" cap="flat" cmpd="sng" algn="ctr">
                      <a:solidFill>
                        <a:srgbClr val="ADABA1"/>
                      </a:solidFill>
                      <a:prstDash val="solid"/>
                      <a:round/>
                      <a:headEnd type="none" w="med" len="med"/>
                      <a:tailEnd type="none" w="med" len="med"/>
                    </a:lnT>
                    <a:lnB w="6350" cap="flat" cmpd="sng" algn="ctr">
                      <a:solidFill>
                        <a:srgbClr val="ADABA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a:lnSpc>
                          <a:spcPts val="1100"/>
                        </a:lnSpc>
                      </a:pPr>
                      <a:r>
                        <a:rPr lang="en-US" sz="900" dirty="0">
                          <a:latin typeface="Arial"/>
                        </a:rPr>
                        <a:t>Helsinki</a:t>
                      </a:r>
                    </a:p>
                    <a:p>
                      <a:pPr>
                        <a:lnSpc>
                          <a:spcPts val="1100"/>
                        </a:lnSpc>
                      </a:pPr>
                      <a:r>
                        <a:rPr lang="en-US" sz="900" dirty="0">
                          <a:latin typeface="Arial"/>
                        </a:rPr>
                        <a:t>Istanbul</a:t>
                      </a:r>
                    </a:p>
                    <a:p>
                      <a:pPr>
                        <a:lnSpc>
                          <a:spcPts val="1100"/>
                        </a:lnSpc>
                      </a:pPr>
                      <a:r>
                        <a:rPr lang="en-US" sz="900" dirty="0">
                          <a:latin typeface="Arial"/>
                        </a:rPr>
                        <a:t>Kiev</a:t>
                      </a:r>
                    </a:p>
                    <a:p>
                      <a:pPr>
                        <a:lnSpc>
                          <a:spcPts val="1100"/>
                        </a:lnSpc>
                      </a:pPr>
                      <a:r>
                        <a:rPr lang="en-US" sz="900" dirty="0">
                          <a:latin typeface="Arial"/>
                        </a:rPr>
                        <a:t>Lisbon</a:t>
                      </a:r>
                    </a:p>
                  </a:txBody>
                  <a:tcPr marL="0" marR="0" marT="36000" marB="108000">
                    <a:lnL>
                      <a:noFill/>
                    </a:lnL>
                    <a:lnR>
                      <a:noFill/>
                    </a:lnR>
                    <a:lnT w="6350" cap="flat" cmpd="sng" algn="ctr">
                      <a:solidFill>
                        <a:srgbClr val="ADABA1"/>
                      </a:solidFill>
                      <a:prstDash val="solid"/>
                      <a:round/>
                      <a:headEnd type="none" w="med" len="med"/>
                      <a:tailEnd type="none" w="med" len="med"/>
                    </a:lnT>
                    <a:lnB w="6350" cap="flat" cmpd="sng" algn="ctr">
                      <a:solidFill>
                        <a:srgbClr val="ADABA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a:lnSpc>
                          <a:spcPts val="1100"/>
                        </a:lnSpc>
                      </a:pPr>
                      <a:r>
                        <a:rPr lang="en-US" sz="900" dirty="0">
                          <a:latin typeface="Arial"/>
                        </a:rPr>
                        <a:t>Ljubljana</a:t>
                      </a:r>
                    </a:p>
                    <a:p>
                      <a:pPr>
                        <a:lnSpc>
                          <a:spcPts val="1100"/>
                        </a:lnSpc>
                      </a:pPr>
                      <a:r>
                        <a:rPr lang="en-US" sz="900" dirty="0">
                          <a:latin typeface="Arial"/>
                        </a:rPr>
                        <a:t>London</a:t>
                      </a:r>
                    </a:p>
                    <a:p>
                      <a:pPr>
                        <a:lnSpc>
                          <a:spcPts val="1100"/>
                        </a:lnSpc>
                      </a:pPr>
                      <a:r>
                        <a:rPr lang="en-US" sz="900" dirty="0">
                          <a:latin typeface="Arial"/>
                        </a:rPr>
                        <a:t>Madrid</a:t>
                      </a:r>
                    </a:p>
                    <a:p>
                      <a:pPr>
                        <a:lnSpc>
                          <a:spcPts val="1100"/>
                        </a:lnSpc>
                      </a:pPr>
                      <a:r>
                        <a:rPr lang="en-US" sz="900" dirty="0">
                          <a:latin typeface="Arial"/>
                        </a:rPr>
                        <a:t>Milan</a:t>
                      </a:r>
                    </a:p>
                  </a:txBody>
                  <a:tcPr marL="0" marR="0" marT="36000" marB="108000">
                    <a:lnL>
                      <a:noFill/>
                    </a:lnL>
                    <a:lnR>
                      <a:noFill/>
                    </a:lnR>
                    <a:lnT w="6350" cap="flat" cmpd="sng" algn="ctr">
                      <a:solidFill>
                        <a:srgbClr val="ADABA1"/>
                      </a:solidFill>
                      <a:prstDash val="solid"/>
                      <a:round/>
                      <a:headEnd type="none" w="med" len="med"/>
                      <a:tailEnd type="none" w="med" len="med"/>
                    </a:lnT>
                    <a:lnB w="6350" cap="flat" cmpd="sng" algn="ctr">
                      <a:solidFill>
                        <a:srgbClr val="ADABA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a:lnSpc>
                          <a:spcPts val="1100"/>
                        </a:lnSpc>
                      </a:pPr>
                      <a:r>
                        <a:rPr lang="en-US" sz="900" dirty="0">
                          <a:latin typeface="Arial"/>
                        </a:rPr>
                        <a:t>Moscow</a:t>
                      </a:r>
                    </a:p>
                    <a:p>
                      <a:pPr>
                        <a:lnSpc>
                          <a:spcPts val="1100"/>
                        </a:lnSpc>
                      </a:pPr>
                      <a:r>
                        <a:rPr lang="en-US" sz="900" dirty="0">
                          <a:latin typeface="Arial"/>
                        </a:rPr>
                        <a:t>Munich</a:t>
                      </a:r>
                      <a:br>
                        <a:rPr lang="en-US" sz="900" dirty="0">
                          <a:latin typeface="Arial"/>
                        </a:rPr>
                      </a:br>
                      <a:r>
                        <a:rPr lang="en-US" sz="900" dirty="0">
                          <a:latin typeface="Arial"/>
                        </a:rPr>
                        <a:t>Oslo</a:t>
                      </a:r>
                    </a:p>
                    <a:p>
                      <a:pPr>
                        <a:lnSpc>
                          <a:spcPts val="1100"/>
                        </a:lnSpc>
                      </a:pPr>
                      <a:r>
                        <a:rPr lang="en-US" sz="900" dirty="0">
                          <a:latin typeface="Arial"/>
                        </a:rPr>
                        <a:t>Paris</a:t>
                      </a:r>
                    </a:p>
                  </a:txBody>
                  <a:tcPr marL="0" marR="0" marT="36000" marB="108000">
                    <a:lnL>
                      <a:noFill/>
                    </a:lnL>
                    <a:lnR>
                      <a:noFill/>
                    </a:lnR>
                    <a:lnT w="6350" cap="flat" cmpd="sng" algn="ctr">
                      <a:solidFill>
                        <a:srgbClr val="ADABA1"/>
                      </a:solidFill>
                      <a:prstDash val="solid"/>
                      <a:round/>
                      <a:headEnd type="none" w="med" len="med"/>
                      <a:tailEnd type="none" w="med" len="med"/>
                    </a:lnT>
                    <a:lnB w="6350" cap="flat" cmpd="sng" algn="ctr">
                      <a:solidFill>
                        <a:srgbClr val="ADABA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a:lnSpc>
                          <a:spcPts val="1100"/>
                        </a:lnSpc>
                      </a:pPr>
                      <a:r>
                        <a:rPr lang="en-US" sz="900" dirty="0">
                          <a:latin typeface="Arial"/>
                        </a:rPr>
                        <a:t>Prague</a:t>
                      </a:r>
                    </a:p>
                    <a:p>
                      <a:pPr>
                        <a:lnSpc>
                          <a:spcPts val="1100"/>
                        </a:lnSpc>
                      </a:pPr>
                      <a:r>
                        <a:rPr lang="en-US" sz="900" dirty="0">
                          <a:latin typeface="Arial"/>
                        </a:rPr>
                        <a:t>Rome</a:t>
                      </a:r>
                    </a:p>
                    <a:p>
                      <a:pPr>
                        <a:lnSpc>
                          <a:spcPts val="1100"/>
                        </a:lnSpc>
                      </a:pPr>
                      <a:r>
                        <a:rPr lang="en-US" sz="900" dirty="0">
                          <a:latin typeface="Arial"/>
                        </a:rPr>
                        <a:t>Stockholm</a:t>
                      </a:r>
                    </a:p>
                    <a:p>
                      <a:pPr>
                        <a:lnSpc>
                          <a:spcPts val="1100"/>
                        </a:lnSpc>
                      </a:pPr>
                      <a:r>
                        <a:rPr lang="en-US" sz="900" dirty="0">
                          <a:latin typeface="Arial"/>
                        </a:rPr>
                        <a:t>Stuttgart</a:t>
                      </a:r>
                    </a:p>
                  </a:txBody>
                  <a:tcPr marL="0" marR="0" marT="36000" marB="108000">
                    <a:lnL>
                      <a:noFill/>
                    </a:lnL>
                    <a:lnR>
                      <a:noFill/>
                    </a:lnR>
                    <a:lnT w="6350" cap="flat" cmpd="sng" algn="ctr">
                      <a:solidFill>
                        <a:srgbClr val="ADABA1"/>
                      </a:solidFill>
                      <a:prstDash val="solid"/>
                      <a:round/>
                      <a:headEnd type="none" w="med" len="med"/>
                      <a:tailEnd type="none" w="med" len="med"/>
                    </a:lnT>
                    <a:lnB w="6350" cap="flat" cmpd="sng" algn="ctr">
                      <a:solidFill>
                        <a:srgbClr val="ADABA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a:lnSpc>
                          <a:spcPts val="1100"/>
                        </a:lnSpc>
                      </a:pPr>
                      <a:r>
                        <a:rPr lang="en-US" sz="900" dirty="0">
                          <a:latin typeface="Arial"/>
                        </a:rPr>
                        <a:t>Vienna</a:t>
                      </a:r>
                    </a:p>
                    <a:p>
                      <a:pPr>
                        <a:lnSpc>
                          <a:spcPts val="1100"/>
                        </a:lnSpc>
                      </a:pPr>
                      <a:r>
                        <a:rPr lang="en-US" sz="900" dirty="0">
                          <a:latin typeface="Arial"/>
                        </a:rPr>
                        <a:t>Warsaw</a:t>
                      </a:r>
                    </a:p>
                    <a:p>
                      <a:pPr>
                        <a:lnSpc>
                          <a:spcPts val="1100"/>
                        </a:lnSpc>
                      </a:pPr>
                      <a:r>
                        <a:rPr lang="en-US" sz="900" dirty="0">
                          <a:latin typeface="Arial"/>
                        </a:rPr>
                        <a:t>Zurich</a:t>
                      </a:r>
                    </a:p>
                  </a:txBody>
                  <a:tcPr marL="0" marR="0" marT="36000" marB="108000">
                    <a:lnL>
                      <a:noFill/>
                    </a:lnL>
                    <a:lnR>
                      <a:noFill/>
                    </a:lnR>
                    <a:lnT w="6350" cap="flat" cmpd="sng" algn="ctr">
                      <a:solidFill>
                        <a:srgbClr val="ADABA1"/>
                      </a:solidFill>
                      <a:prstDash val="solid"/>
                      <a:round/>
                      <a:headEnd type="none" w="med" len="med"/>
                      <a:tailEnd type="none" w="med" len="med"/>
                    </a:lnT>
                    <a:lnB w="6350" cap="flat" cmpd="sng" algn="ctr">
                      <a:solidFill>
                        <a:srgbClr val="ADABA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03934">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b="1" dirty="0">
                          <a:latin typeface="Arial"/>
                        </a:rPr>
                        <a:t>Middle East </a:t>
                      </a:r>
                      <a:br>
                        <a:rPr lang="en-US" sz="900" b="1" dirty="0">
                          <a:latin typeface="Arial"/>
                        </a:rPr>
                      </a:br>
                      <a:r>
                        <a:rPr lang="en-US" sz="900" b="1" dirty="0">
                          <a:latin typeface="Arial"/>
                        </a:rPr>
                        <a:t>and Africa</a:t>
                      </a:r>
                    </a:p>
                  </a:txBody>
                  <a:tcPr marL="0" marR="0" marT="36000" marB="108000">
                    <a:lnL>
                      <a:noFill/>
                    </a:lnL>
                    <a:lnR>
                      <a:noFill/>
                    </a:lnR>
                    <a:lnT w="6350" cap="flat" cmpd="sng" algn="ctr">
                      <a:solidFill>
                        <a:srgbClr val="ADABA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a:lnSpc>
                          <a:spcPts val="1100"/>
                        </a:lnSpc>
                      </a:pPr>
                      <a:r>
                        <a:rPr lang="en-US" sz="900" dirty="0">
                          <a:latin typeface="Arial"/>
                        </a:rPr>
                        <a:t>Abu Dhabi</a:t>
                      </a:r>
                    </a:p>
                    <a:p>
                      <a:pPr>
                        <a:lnSpc>
                          <a:spcPts val="1100"/>
                        </a:lnSpc>
                      </a:pPr>
                      <a:r>
                        <a:rPr lang="en-US" sz="900" dirty="0">
                          <a:latin typeface="Arial"/>
                        </a:rPr>
                        <a:t>Doha</a:t>
                      </a:r>
                    </a:p>
                  </a:txBody>
                  <a:tcPr marL="0" marR="0" marT="36000" marB="108000">
                    <a:lnL>
                      <a:noFill/>
                    </a:lnL>
                    <a:lnR>
                      <a:noFill/>
                    </a:lnR>
                    <a:lnT w="6350" cap="flat" cmpd="sng" algn="ctr">
                      <a:solidFill>
                        <a:srgbClr val="ADABA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pPr marL="0" marR="0" indent="0" algn="l" defTabSz="914400" rtl="0" eaLnBrk="1" fontAlgn="auto" latinLnBrk="0" hangingPunct="1">
                        <a:lnSpc>
                          <a:spcPts val="1100"/>
                        </a:lnSpc>
                        <a:spcBef>
                          <a:spcPts val="0"/>
                        </a:spcBef>
                        <a:spcAft>
                          <a:spcPts val="0"/>
                        </a:spcAft>
                        <a:buClrTx/>
                        <a:buSzTx/>
                        <a:buFontTx/>
                        <a:buNone/>
                        <a:tabLst/>
                        <a:defRPr/>
                      </a:pPr>
                      <a:r>
                        <a:rPr lang="en-US" sz="900" dirty="0">
                          <a:latin typeface="+mn-lt"/>
                        </a:rPr>
                        <a:t>Dubai</a:t>
                      </a:r>
                    </a:p>
                    <a:p>
                      <a:pPr>
                        <a:lnSpc>
                          <a:spcPts val="1100"/>
                        </a:lnSpc>
                      </a:pPr>
                      <a:r>
                        <a:rPr lang="en-US" sz="900" dirty="0">
                          <a:latin typeface="Arial"/>
                        </a:rPr>
                        <a:t>Johannesburg</a:t>
                      </a:r>
                    </a:p>
                  </a:txBody>
                  <a:tcPr marL="0" marR="0" marT="36000" marB="108000">
                    <a:lnL>
                      <a:noFill/>
                    </a:lnL>
                    <a:lnR>
                      <a:noFill/>
                    </a:lnR>
                    <a:lnT w="6350" cap="flat" cmpd="sng" algn="ctr">
                      <a:solidFill>
                        <a:srgbClr val="ADABA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r>
                        <a:rPr lang="en-US" sz="900" dirty="0">
                          <a:latin typeface="Arial"/>
                        </a:rPr>
                        <a:t>Riyadh</a:t>
                      </a:r>
                      <a:endParaRPr lang="en-US" sz="900" dirty="0">
                        <a:latin typeface="Arial"/>
                        <a:cs typeface="Arial" pitchFamily="34" charset="0"/>
                      </a:endParaRPr>
                    </a:p>
                  </a:txBody>
                  <a:tcPr marL="0" marR="0" marT="36000" marB="108000">
                    <a:lnL>
                      <a:noFill/>
                    </a:lnL>
                    <a:lnR>
                      <a:noFill/>
                    </a:lnR>
                    <a:lnT w="6350" cap="flat" cmpd="sng" algn="ctr">
                      <a:solidFill>
                        <a:srgbClr val="ADABA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endParaRPr lang="en-US" sz="900" dirty="0">
                        <a:latin typeface="Arial"/>
                        <a:cs typeface="Arial" pitchFamily="34" charset="0"/>
                      </a:endParaRPr>
                    </a:p>
                  </a:txBody>
                  <a:tcPr marL="0" marR="0" marT="36000" marB="108000">
                    <a:lnL>
                      <a:noFill/>
                    </a:lnL>
                    <a:lnR>
                      <a:noFill/>
                    </a:lnR>
                    <a:lnT w="6350" cap="flat" cmpd="sng" algn="ctr">
                      <a:solidFill>
                        <a:srgbClr val="ADABA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endParaRPr lang="en-US" sz="900" dirty="0">
                        <a:latin typeface="Arial"/>
                        <a:cs typeface="Arial" pitchFamily="34" charset="0"/>
                      </a:endParaRPr>
                    </a:p>
                  </a:txBody>
                  <a:tcPr marL="0" marR="0" marT="36000" marB="108000">
                    <a:lnL>
                      <a:noFill/>
                    </a:lnL>
                    <a:lnR>
                      <a:noFill/>
                    </a:lnR>
                    <a:lnT w="6350" cap="flat" cmpd="sng" algn="ctr">
                      <a:solidFill>
                        <a:srgbClr val="ADABA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endParaRPr lang="en-US" sz="900" dirty="0">
                        <a:latin typeface="Arial"/>
                        <a:cs typeface="Arial" pitchFamily="34" charset="0"/>
                      </a:endParaRPr>
                    </a:p>
                  </a:txBody>
                  <a:tcPr marL="0" marR="0" marT="36000" marB="108000">
                    <a:lnL>
                      <a:noFill/>
                    </a:lnL>
                    <a:lnR>
                      <a:noFill/>
                    </a:lnR>
                    <a:lnT w="6350" cap="flat" cmpd="sng" algn="ctr">
                      <a:solidFill>
                        <a:srgbClr val="ADABA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1" hangingPunct="1">
                        <a:defRPr sz="1800" kern="1200">
                          <a:solidFill>
                            <a:schemeClr val="tx1"/>
                          </a:solidFill>
                          <a:latin typeface="Arial"/>
                        </a:defRPr>
                      </a:lvl1pPr>
                      <a:lvl2pPr marL="457198" algn="l" defTabSz="914395" rtl="0" eaLnBrk="1" latinLnBrk="1" hangingPunct="1">
                        <a:defRPr sz="1800" kern="1200">
                          <a:solidFill>
                            <a:schemeClr val="tx1"/>
                          </a:solidFill>
                          <a:latin typeface="Arial"/>
                        </a:defRPr>
                      </a:lvl2pPr>
                      <a:lvl3pPr marL="914395" algn="l" defTabSz="914395" rtl="0" eaLnBrk="1" latinLnBrk="1" hangingPunct="1">
                        <a:defRPr sz="1800" kern="1200">
                          <a:solidFill>
                            <a:schemeClr val="tx1"/>
                          </a:solidFill>
                          <a:latin typeface="Arial"/>
                        </a:defRPr>
                      </a:lvl3pPr>
                      <a:lvl4pPr marL="1371592" algn="l" defTabSz="914395" rtl="0" eaLnBrk="1" latinLnBrk="1" hangingPunct="1">
                        <a:defRPr sz="1800" kern="1200">
                          <a:solidFill>
                            <a:schemeClr val="tx1"/>
                          </a:solidFill>
                          <a:latin typeface="Arial"/>
                        </a:defRPr>
                      </a:lvl4pPr>
                      <a:lvl5pPr marL="1828789" algn="l" defTabSz="914395" rtl="0" eaLnBrk="1" latinLnBrk="1" hangingPunct="1">
                        <a:defRPr sz="1800" kern="1200">
                          <a:solidFill>
                            <a:schemeClr val="tx1"/>
                          </a:solidFill>
                          <a:latin typeface="Arial"/>
                        </a:defRPr>
                      </a:lvl5pPr>
                      <a:lvl6pPr marL="2285987" algn="l" defTabSz="914395" rtl="0" eaLnBrk="1" latinLnBrk="1" hangingPunct="1">
                        <a:defRPr sz="1800" kern="1200">
                          <a:solidFill>
                            <a:schemeClr val="tx1"/>
                          </a:solidFill>
                          <a:latin typeface="Arial"/>
                        </a:defRPr>
                      </a:lvl6pPr>
                      <a:lvl7pPr marL="2743185" algn="l" defTabSz="914395" rtl="0" eaLnBrk="1" latinLnBrk="1" hangingPunct="1">
                        <a:defRPr sz="1800" kern="1200">
                          <a:solidFill>
                            <a:schemeClr val="tx1"/>
                          </a:solidFill>
                          <a:latin typeface="Arial"/>
                        </a:defRPr>
                      </a:lvl7pPr>
                      <a:lvl8pPr marL="3200381" algn="l" defTabSz="914395" rtl="0" eaLnBrk="1" latinLnBrk="1" hangingPunct="1">
                        <a:defRPr sz="1800" kern="1200">
                          <a:solidFill>
                            <a:schemeClr val="tx1"/>
                          </a:solidFill>
                          <a:latin typeface="Arial"/>
                        </a:defRPr>
                      </a:lvl8pPr>
                      <a:lvl9pPr marL="3657579" algn="l" defTabSz="914395" rtl="0" eaLnBrk="1" latinLnBrk="1" hangingPunct="1">
                        <a:defRPr sz="1800" kern="1200">
                          <a:solidFill>
                            <a:schemeClr val="tx1"/>
                          </a:solidFill>
                          <a:latin typeface="Arial"/>
                        </a:defRPr>
                      </a:lvl9pPr>
                    </a:lstStyle>
                    <a:p>
                      <a:endParaRPr lang="en-US" sz="900" dirty="0">
                        <a:latin typeface="Arial"/>
                        <a:cs typeface="Arial" pitchFamily="34" charset="0"/>
                      </a:endParaRPr>
                    </a:p>
                  </a:txBody>
                  <a:tcPr marL="0" marR="0" marT="36000" marB="108000">
                    <a:lnL>
                      <a:noFill/>
                    </a:lnL>
                    <a:lnR>
                      <a:noFill/>
                    </a:lnR>
                    <a:lnT w="6350" cap="flat" cmpd="sng" algn="ctr">
                      <a:solidFill>
                        <a:srgbClr val="ADABA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3886116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2_A.T. Kearney CoverWhite 2014">
    <p:spTree>
      <p:nvGrpSpPr>
        <p:cNvPr id="1" name=""/>
        <p:cNvGrpSpPr/>
        <p:nvPr/>
      </p:nvGrpSpPr>
      <p:grpSpPr>
        <a:xfrm>
          <a:off x="0" y="0"/>
          <a:ext cx="0" cy="0"/>
          <a:chOff x="0" y="0"/>
          <a:chExt cx="0" cy="0"/>
        </a:xfrm>
      </p:grpSpPr>
      <p:graphicFrame>
        <p:nvGraphicFramePr>
          <p:cNvPr id="2" name="개체 1" hidden="1"/>
          <p:cNvGraphicFramePr>
            <a:graphicFrameLocks noChangeAspect="1"/>
          </p:cNvGraphicFramePr>
          <p:nvPr userDrawn="1">
            <p:custDataLst>
              <p:tags r:id="rId1"/>
            </p:custDataLst>
          </p:nvPr>
        </p:nvGraphicFramePr>
        <p:xfrm>
          <a:off x="1721" y="1589"/>
          <a:ext cx="1719"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721" y="1589"/>
                        <a:ext cx="1719" cy="1587"/>
                      </a:xfrm>
                      <a:prstGeom prst="rect">
                        <a:avLst/>
                      </a:prstGeom>
                    </p:spPr>
                  </p:pic>
                </p:oleObj>
              </mc:Fallback>
            </mc:AlternateContent>
          </a:graphicData>
        </a:graphic>
      </p:graphicFrame>
      <p:pic>
        <p:nvPicPr>
          <p:cNvPr id="10" name="그림 9"/>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398" y="160421"/>
            <a:ext cx="9902559" cy="6581692"/>
          </a:xfrm>
          <a:prstGeom prst="rect">
            <a:avLst/>
          </a:prstGeom>
        </p:spPr>
      </p:pic>
      <p:sp>
        <p:nvSpPr>
          <p:cNvPr id="20" name="제목 1"/>
          <p:cNvSpPr>
            <a:spLocks noGrp="1"/>
          </p:cNvSpPr>
          <p:nvPr>
            <p:ph type="ctrTitle"/>
          </p:nvPr>
        </p:nvSpPr>
        <p:spPr>
          <a:xfrm>
            <a:off x="233672" y="364462"/>
            <a:ext cx="4873088" cy="276999"/>
          </a:xfrm>
          <a:prstGeom prst="rect">
            <a:avLst/>
          </a:prstGeom>
        </p:spPr>
        <p:txBody>
          <a:bodyPr/>
          <a:lstStyle>
            <a:lvl1pPr algn="l">
              <a:defRPr sz="2000" b="1">
                <a:ln>
                  <a:solidFill>
                    <a:schemeClr val="bg1">
                      <a:alpha val="0"/>
                    </a:schemeClr>
                  </a:solidFill>
                </a:ln>
                <a:latin typeface="맑은 고딕" panose="020B0503020000020004" pitchFamily="50" charset="-127"/>
                <a:ea typeface="맑은 고딕" panose="020B0503020000020004" pitchFamily="50" charset="-127"/>
              </a:defRPr>
            </a:lvl1pPr>
          </a:lstStyle>
          <a:p>
            <a:r>
              <a:rPr lang="ko-KR" altLang="en-US" dirty="0"/>
              <a:t>마스터 제목 스타일 편집</a:t>
            </a:r>
          </a:p>
        </p:txBody>
      </p:sp>
    </p:spTree>
    <p:extLst>
      <p:ext uri="{BB962C8B-B14F-4D97-AF65-F5344CB8AC3E}">
        <p14:creationId xmlns:p14="http://schemas.microsoft.com/office/powerpoint/2010/main" val="292661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3_A.T. Kearney CoverWhite 2014">
    <p:spTree>
      <p:nvGrpSpPr>
        <p:cNvPr id="1" name=""/>
        <p:cNvGrpSpPr/>
        <p:nvPr/>
      </p:nvGrpSpPr>
      <p:grpSpPr>
        <a:xfrm>
          <a:off x="0" y="0"/>
          <a:ext cx="0" cy="0"/>
          <a:chOff x="0" y="0"/>
          <a:chExt cx="0" cy="0"/>
        </a:xfrm>
      </p:grpSpPr>
      <p:graphicFrame>
        <p:nvGraphicFramePr>
          <p:cNvPr id="2" name="개체 1" hidden="1"/>
          <p:cNvGraphicFramePr>
            <a:graphicFrameLocks noChangeAspect="1"/>
          </p:cNvGraphicFramePr>
          <p:nvPr userDrawn="1">
            <p:custDataLst>
              <p:tags r:id="rId1"/>
            </p:custDataLst>
          </p:nvPr>
        </p:nvGraphicFramePr>
        <p:xfrm>
          <a:off x="1721" y="1589"/>
          <a:ext cx="1719"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721" y="1589"/>
                        <a:ext cx="1719" cy="1587"/>
                      </a:xfrm>
                      <a:prstGeom prst="rect">
                        <a:avLst/>
                      </a:prstGeom>
                    </p:spPr>
                  </p:pic>
                </p:oleObj>
              </mc:Fallback>
            </mc:AlternateContent>
          </a:graphicData>
        </a:graphic>
      </p:graphicFrame>
      <p:pic>
        <p:nvPicPr>
          <p:cNvPr id="10" name="그림 9"/>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398" y="160421"/>
            <a:ext cx="9902559" cy="6581692"/>
          </a:xfrm>
          <a:prstGeom prst="rect">
            <a:avLst/>
          </a:prstGeom>
        </p:spPr>
      </p:pic>
      <p:sp>
        <p:nvSpPr>
          <p:cNvPr id="20" name="제목 1"/>
          <p:cNvSpPr>
            <a:spLocks noGrp="1"/>
          </p:cNvSpPr>
          <p:nvPr>
            <p:ph type="ctrTitle"/>
          </p:nvPr>
        </p:nvSpPr>
        <p:spPr>
          <a:xfrm>
            <a:off x="233672" y="364462"/>
            <a:ext cx="4873088" cy="276999"/>
          </a:xfrm>
          <a:prstGeom prst="rect">
            <a:avLst/>
          </a:prstGeom>
        </p:spPr>
        <p:txBody>
          <a:bodyPr/>
          <a:lstStyle>
            <a:lvl1pPr algn="l">
              <a:defRPr sz="2000" b="1">
                <a:ln>
                  <a:solidFill>
                    <a:schemeClr val="bg1">
                      <a:alpha val="0"/>
                    </a:schemeClr>
                  </a:solidFill>
                </a:ln>
                <a:latin typeface="맑은 고딕" panose="020B0503020000020004" pitchFamily="50" charset="-127"/>
                <a:ea typeface="맑은 고딕" panose="020B0503020000020004" pitchFamily="50" charset="-127"/>
              </a:defRPr>
            </a:lvl1pPr>
          </a:lstStyle>
          <a:p>
            <a:r>
              <a:rPr lang="ko-KR" altLang="en-US" dirty="0"/>
              <a:t>마스터 제목 스타일 편집</a:t>
            </a:r>
          </a:p>
        </p:txBody>
      </p:sp>
    </p:spTree>
    <p:extLst>
      <p:ext uri="{BB962C8B-B14F-4D97-AF65-F5344CB8AC3E}">
        <p14:creationId xmlns:p14="http://schemas.microsoft.com/office/powerpoint/2010/main" val="73962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4_A.T. Kearney CoverWhite 2014">
    <p:spTree>
      <p:nvGrpSpPr>
        <p:cNvPr id="1" name=""/>
        <p:cNvGrpSpPr/>
        <p:nvPr/>
      </p:nvGrpSpPr>
      <p:grpSpPr>
        <a:xfrm>
          <a:off x="0" y="0"/>
          <a:ext cx="0" cy="0"/>
          <a:chOff x="0" y="0"/>
          <a:chExt cx="0" cy="0"/>
        </a:xfrm>
      </p:grpSpPr>
      <p:graphicFrame>
        <p:nvGraphicFramePr>
          <p:cNvPr id="2" name="개체 1" hidden="1"/>
          <p:cNvGraphicFramePr>
            <a:graphicFrameLocks noChangeAspect="1"/>
          </p:cNvGraphicFramePr>
          <p:nvPr userDrawn="1">
            <p:custDataLst>
              <p:tags r:id="rId1"/>
            </p:custDataLst>
          </p:nvPr>
        </p:nvGraphicFramePr>
        <p:xfrm>
          <a:off x="1721" y="1589"/>
          <a:ext cx="1719"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721" y="1589"/>
                        <a:ext cx="1719" cy="1587"/>
                      </a:xfrm>
                      <a:prstGeom prst="rect">
                        <a:avLst/>
                      </a:prstGeom>
                    </p:spPr>
                  </p:pic>
                </p:oleObj>
              </mc:Fallback>
            </mc:AlternateContent>
          </a:graphicData>
        </a:graphic>
      </p:graphicFrame>
      <p:pic>
        <p:nvPicPr>
          <p:cNvPr id="10" name="그림 9"/>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398" y="160421"/>
            <a:ext cx="9902559" cy="6581692"/>
          </a:xfrm>
          <a:prstGeom prst="rect">
            <a:avLst/>
          </a:prstGeom>
        </p:spPr>
      </p:pic>
      <p:sp>
        <p:nvSpPr>
          <p:cNvPr id="20" name="제목 1"/>
          <p:cNvSpPr>
            <a:spLocks noGrp="1"/>
          </p:cNvSpPr>
          <p:nvPr>
            <p:ph type="ctrTitle"/>
          </p:nvPr>
        </p:nvSpPr>
        <p:spPr>
          <a:xfrm>
            <a:off x="233672" y="364462"/>
            <a:ext cx="4873088" cy="276999"/>
          </a:xfrm>
          <a:prstGeom prst="rect">
            <a:avLst/>
          </a:prstGeom>
        </p:spPr>
        <p:txBody>
          <a:bodyPr/>
          <a:lstStyle>
            <a:lvl1pPr algn="l">
              <a:defRPr sz="2000" b="1">
                <a:ln>
                  <a:solidFill>
                    <a:schemeClr val="bg1">
                      <a:alpha val="0"/>
                    </a:schemeClr>
                  </a:solidFill>
                </a:ln>
                <a:latin typeface="맑은 고딕" panose="020B0503020000020004" pitchFamily="50" charset="-127"/>
                <a:ea typeface="맑은 고딕" panose="020B0503020000020004" pitchFamily="50" charset="-127"/>
              </a:defRPr>
            </a:lvl1pPr>
          </a:lstStyle>
          <a:p>
            <a:r>
              <a:rPr lang="ko-KR" altLang="en-US" dirty="0"/>
              <a:t>마스터 제목 스타일 편집</a:t>
            </a:r>
          </a:p>
        </p:txBody>
      </p:sp>
    </p:spTree>
    <p:extLst>
      <p:ext uri="{BB962C8B-B14F-4D97-AF65-F5344CB8AC3E}">
        <p14:creationId xmlns:p14="http://schemas.microsoft.com/office/powerpoint/2010/main" val="349551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5_A.T. Kearney CoverWhite 2014">
    <p:spTree>
      <p:nvGrpSpPr>
        <p:cNvPr id="1" name=""/>
        <p:cNvGrpSpPr/>
        <p:nvPr/>
      </p:nvGrpSpPr>
      <p:grpSpPr>
        <a:xfrm>
          <a:off x="0" y="0"/>
          <a:ext cx="0" cy="0"/>
          <a:chOff x="0" y="0"/>
          <a:chExt cx="0" cy="0"/>
        </a:xfrm>
      </p:grpSpPr>
      <p:graphicFrame>
        <p:nvGraphicFramePr>
          <p:cNvPr id="2" name="개체 1" hidden="1"/>
          <p:cNvGraphicFramePr>
            <a:graphicFrameLocks noChangeAspect="1"/>
          </p:cNvGraphicFramePr>
          <p:nvPr userDrawn="1">
            <p:custDataLst>
              <p:tags r:id="rId1"/>
            </p:custDataLst>
          </p:nvPr>
        </p:nvGraphicFramePr>
        <p:xfrm>
          <a:off x="1721" y="1589"/>
          <a:ext cx="1719"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721" y="1589"/>
                        <a:ext cx="1719" cy="1587"/>
                      </a:xfrm>
                      <a:prstGeom prst="rect">
                        <a:avLst/>
                      </a:prstGeom>
                    </p:spPr>
                  </p:pic>
                </p:oleObj>
              </mc:Fallback>
            </mc:AlternateContent>
          </a:graphicData>
        </a:graphic>
      </p:graphicFrame>
      <p:pic>
        <p:nvPicPr>
          <p:cNvPr id="10" name="그림 9"/>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398" y="160421"/>
            <a:ext cx="9902559" cy="6581692"/>
          </a:xfrm>
          <a:prstGeom prst="rect">
            <a:avLst/>
          </a:prstGeom>
        </p:spPr>
      </p:pic>
      <p:sp>
        <p:nvSpPr>
          <p:cNvPr id="20" name="제목 1"/>
          <p:cNvSpPr>
            <a:spLocks noGrp="1"/>
          </p:cNvSpPr>
          <p:nvPr>
            <p:ph type="ctrTitle"/>
          </p:nvPr>
        </p:nvSpPr>
        <p:spPr>
          <a:xfrm>
            <a:off x="233672" y="364462"/>
            <a:ext cx="4873088" cy="276999"/>
          </a:xfrm>
          <a:prstGeom prst="rect">
            <a:avLst/>
          </a:prstGeom>
        </p:spPr>
        <p:txBody>
          <a:bodyPr/>
          <a:lstStyle>
            <a:lvl1pPr algn="l">
              <a:defRPr sz="2000" b="1">
                <a:ln>
                  <a:solidFill>
                    <a:schemeClr val="bg1">
                      <a:alpha val="0"/>
                    </a:schemeClr>
                  </a:solidFill>
                </a:ln>
                <a:latin typeface="맑은 고딕" panose="020B0503020000020004" pitchFamily="50" charset="-127"/>
                <a:ea typeface="맑은 고딕" panose="020B0503020000020004" pitchFamily="50" charset="-127"/>
              </a:defRPr>
            </a:lvl1pPr>
          </a:lstStyle>
          <a:p>
            <a:r>
              <a:rPr lang="ko-KR" altLang="en-US" dirty="0"/>
              <a:t>마스터 제목 스타일 편집</a:t>
            </a:r>
          </a:p>
        </p:txBody>
      </p:sp>
    </p:spTree>
    <p:extLst>
      <p:ext uri="{BB962C8B-B14F-4D97-AF65-F5344CB8AC3E}">
        <p14:creationId xmlns:p14="http://schemas.microsoft.com/office/powerpoint/2010/main" val="1775771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pic>
        <p:nvPicPr>
          <p:cNvPr id="14" name="그림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15" name="제목 1"/>
          <p:cNvSpPr>
            <a:spLocks noGrp="1"/>
          </p:cNvSpPr>
          <p:nvPr>
            <p:ph type="ctrTitle"/>
          </p:nvPr>
        </p:nvSpPr>
        <p:spPr>
          <a:xfrm>
            <a:off x="1238250" y="998793"/>
            <a:ext cx="7429500" cy="2387600"/>
          </a:xfrm>
        </p:spPr>
        <p:txBody>
          <a:bodyPr anchor="b">
            <a:normAutofit/>
          </a:bodyPr>
          <a:lstStyle>
            <a:lvl1pPr algn="ctr">
              <a:defRPr sz="4400">
                <a:latin typeface="NotoSansCJKkr-Regular" panose="020B0502020203020207" pitchFamily="34" charset="-128"/>
                <a:ea typeface="NotoSansCJKkr-Regular" panose="020B0502020203020207" pitchFamily="34" charset="-128"/>
              </a:defRPr>
            </a:lvl1pPr>
          </a:lstStyle>
          <a:p>
            <a:r>
              <a:rPr lang="ko-KR" altLang="en-US" dirty="0"/>
              <a:t>마스터 제목 스타일 편집</a:t>
            </a:r>
          </a:p>
        </p:txBody>
      </p:sp>
      <p:sp>
        <p:nvSpPr>
          <p:cNvPr id="16" name="부제목 2"/>
          <p:cNvSpPr>
            <a:spLocks noGrp="1"/>
          </p:cNvSpPr>
          <p:nvPr>
            <p:ph type="subTitle" idx="1" hasCustomPrompt="1"/>
          </p:nvPr>
        </p:nvSpPr>
        <p:spPr>
          <a:xfrm>
            <a:off x="1238250" y="3511420"/>
            <a:ext cx="7429500" cy="1655762"/>
          </a:xfrm>
        </p:spPr>
        <p:txBody>
          <a:bodyPr/>
          <a:lstStyle>
            <a:lvl1pPr marL="0" indent="0" algn="ctr">
              <a:buNone/>
              <a:defRPr sz="2400">
                <a:latin typeface="NotoSansCJKkr-Regular" panose="020B0502020203020207" pitchFamily="34" charset="-128"/>
                <a:ea typeface="NotoSansCJKkr-Regular" panose="020B0502020203020207" pitchFamily="34"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ko-KR" dirty="0"/>
              <a:t>2017. 00. 00</a:t>
            </a:r>
          </a:p>
          <a:p>
            <a:r>
              <a:rPr lang="ko-KR" altLang="en-US"/>
              <a:t>ㅇㅇㅇ팀</a:t>
            </a:r>
            <a:endParaRPr lang="ko-KR" altLang="en-US" dirty="0"/>
          </a:p>
        </p:txBody>
      </p:sp>
      <p:sp>
        <p:nvSpPr>
          <p:cNvPr id="17" name="날짜 개체 틀 3"/>
          <p:cNvSpPr>
            <a:spLocks noGrp="1"/>
          </p:cNvSpPr>
          <p:nvPr>
            <p:ph type="dt" sz="half" idx="10"/>
          </p:nvPr>
        </p:nvSpPr>
        <p:spPr>
          <a:xfrm>
            <a:off x="681038" y="6356353"/>
            <a:ext cx="2228850" cy="365125"/>
          </a:xfrm>
        </p:spPr>
        <p:txBody>
          <a:bodyPr/>
          <a:lstStyle/>
          <a:p>
            <a:fld id="{9919E9C4-81B8-4F19-B791-2F0E7902BE13}" type="datetime1">
              <a:rPr lang="ko-KR" altLang="en-US" smtClean="0">
                <a:solidFill>
                  <a:prstClr val="black">
                    <a:tint val="75000"/>
                  </a:prstClr>
                </a:solidFill>
              </a:rPr>
              <a:pPr/>
              <a:t>2026. 3. 25.</a:t>
            </a:fld>
            <a:endParaRPr lang="ko-KR" altLang="en-US">
              <a:solidFill>
                <a:prstClr val="black">
                  <a:tint val="75000"/>
                </a:prstClr>
              </a:solidFill>
            </a:endParaRPr>
          </a:p>
        </p:txBody>
      </p:sp>
      <p:sp>
        <p:nvSpPr>
          <p:cNvPr id="18" name="바닥글 개체 틀 4"/>
          <p:cNvSpPr>
            <a:spLocks noGrp="1"/>
          </p:cNvSpPr>
          <p:nvPr>
            <p:ph type="ftr" sz="quarter" idx="11"/>
          </p:nvPr>
        </p:nvSpPr>
        <p:spPr>
          <a:xfrm>
            <a:off x="3281363" y="6356353"/>
            <a:ext cx="3343275" cy="365125"/>
          </a:xfrm>
        </p:spPr>
        <p:txBody>
          <a:bodyPr/>
          <a:lstStyle/>
          <a:p>
            <a:endParaRPr lang="ko-KR" altLang="en-US"/>
          </a:p>
        </p:txBody>
      </p:sp>
      <p:sp>
        <p:nvSpPr>
          <p:cNvPr id="19" name="슬라이드 번호 개체 틀 5"/>
          <p:cNvSpPr>
            <a:spLocks noGrp="1"/>
          </p:cNvSpPr>
          <p:nvPr>
            <p:ph type="sldNum" sz="quarter" idx="12"/>
          </p:nvPr>
        </p:nvSpPr>
        <p:spPr>
          <a:xfrm>
            <a:off x="6996113" y="6356353"/>
            <a:ext cx="2228850" cy="365125"/>
          </a:xfrm>
        </p:spPr>
        <p:txBody>
          <a:bodyPr/>
          <a:lstStyle/>
          <a:p>
            <a:fld id="{3CCF37BD-D670-466C-A2B5-F54554658163}"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5632943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제목 슬라이드">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7384"/>
            <a:ext cx="9906000" cy="6858000"/>
          </a:xfrm>
          <a:prstGeom prst="rect">
            <a:avLst/>
          </a:prstGeom>
        </p:spPr>
      </p:pic>
      <p:sp>
        <p:nvSpPr>
          <p:cNvPr id="6" name="제목 1"/>
          <p:cNvSpPr>
            <a:spLocks noGrp="1"/>
          </p:cNvSpPr>
          <p:nvPr>
            <p:ph type="title"/>
          </p:nvPr>
        </p:nvSpPr>
        <p:spPr>
          <a:xfrm>
            <a:off x="226623" y="290478"/>
            <a:ext cx="8543925" cy="498588"/>
          </a:xfrm>
        </p:spPr>
        <p:txBody>
          <a:bodyPr>
            <a:normAutofit/>
          </a:bodyPr>
          <a:lstStyle>
            <a:lvl1pPr>
              <a:defRPr sz="2800">
                <a:latin typeface="NotoSansCJKkr-Regular" panose="020B0502020203020207" pitchFamily="34" charset="-128"/>
                <a:ea typeface="NotoSansCJKkr-Regular" panose="020B0502020203020207" pitchFamily="34" charset="-128"/>
              </a:defRPr>
            </a:lvl1pPr>
          </a:lstStyle>
          <a:p>
            <a:r>
              <a:rPr lang="ko-KR" altLang="en-US"/>
              <a:t>마스터 제목 스타일 편집</a:t>
            </a:r>
          </a:p>
        </p:txBody>
      </p:sp>
      <p:sp>
        <p:nvSpPr>
          <p:cNvPr id="7" name="내용 개체 틀 2"/>
          <p:cNvSpPr>
            <a:spLocks noGrp="1"/>
          </p:cNvSpPr>
          <p:nvPr>
            <p:ph idx="1" hasCustomPrompt="1"/>
          </p:nvPr>
        </p:nvSpPr>
        <p:spPr>
          <a:xfrm>
            <a:off x="226624" y="1106928"/>
            <a:ext cx="5322076" cy="325962"/>
          </a:xfrm>
        </p:spPr>
        <p:txBody>
          <a:bodyPr>
            <a:normAutofit/>
          </a:bodyPr>
          <a:lstStyle>
            <a:lvl1pPr marL="0" indent="0">
              <a:buNone/>
              <a:defRPr sz="1800">
                <a:latin typeface="NotoSansCJKkr-Regular" panose="020B0502020203020207" pitchFamily="34" charset="-128"/>
                <a:ea typeface="NotoSansCJKkr-Regular" panose="020B0502020203020207" pitchFamily="34" charset="-128"/>
              </a:defRPr>
            </a:lvl1pPr>
          </a:lstStyle>
          <a:p>
            <a:pPr lvl="0"/>
            <a:r>
              <a:rPr lang="en-US" altLang="ko-KR" dirty="0"/>
              <a:t>1.</a:t>
            </a:r>
            <a:endParaRPr lang="ko-KR" altLang="en-US" dirty="0"/>
          </a:p>
        </p:txBody>
      </p:sp>
      <p:sp>
        <p:nvSpPr>
          <p:cNvPr id="8" name="날짜 개체 틀 3"/>
          <p:cNvSpPr>
            <a:spLocks noGrp="1"/>
          </p:cNvSpPr>
          <p:nvPr>
            <p:ph type="dt" sz="half" idx="10"/>
          </p:nvPr>
        </p:nvSpPr>
        <p:spPr>
          <a:xfrm>
            <a:off x="681038" y="6328969"/>
            <a:ext cx="2228850" cy="365125"/>
          </a:xfrm>
        </p:spPr>
        <p:txBody>
          <a:bodyPr/>
          <a:lstStyle/>
          <a:p>
            <a:fld id="{E2873E39-B6F7-4425-8419-6DDAD9845D4F}" type="datetime1">
              <a:rPr lang="ko-KR" altLang="en-US" smtClean="0">
                <a:solidFill>
                  <a:prstClr val="black">
                    <a:tint val="75000"/>
                  </a:prstClr>
                </a:solidFill>
              </a:rPr>
              <a:pPr/>
              <a:t>2026. 3. 25.</a:t>
            </a:fld>
            <a:endParaRPr lang="ko-KR" altLang="en-US">
              <a:solidFill>
                <a:prstClr val="black">
                  <a:tint val="75000"/>
                </a:prstClr>
              </a:solidFill>
            </a:endParaRPr>
          </a:p>
        </p:txBody>
      </p:sp>
      <p:sp>
        <p:nvSpPr>
          <p:cNvPr id="10" name="바닥글 개체 틀 4"/>
          <p:cNvSpPr>
            <a:spLocks noGrp="1"/>
          </p:cNvSpPr>
          <p:nvPr>
            <p:ph type="ftr" sz="quarter" idx="11"/>
          </p:nvPr>
        </p:nvSpPr>
        <p:spPr>
          <a:xfrm>
            <a:off x="3281363" y="6328969"/>
            <a:ext cx="3343275" cy="365125"/>
          </a:xfrm>
        </p:spPr>
        <p:txBody>
          <a:bodyPr/>
          <a:lstStyle/>
          <a:p>
            <a:endParaRPr lang="ko-KR" altLang="en-US"/>
          </a:p>
        </p:txBody>
      </p:sp>
      <p:sp>
        <p:nvSpPr>
          <p:cNvPr id="11" name="슬라이드 번호 개체 틀 5"/>
          <p:cNvSpPr>
            <a:spLocks noGrp="1"/>
          </p:cNvSpPr>
          <p:nvPr>
            <p:ph type="sldNum" sz="quarter" idx="12"/>
          </p:nvPr>
        </p:nvSpPr>
        <p:spPr>
          <a:xfrm>
            <a:off x="7518185" y="6328969"/>
            <a:ext cx="2228850" cy="365125"/>
          </a:xfrm>
        </p:spPr>
        <p:txBody>
          <a:bodyPr/>
          <a:lstStyle/>
          <a:p>
            <a:fld id="{3CCF37BD-D670-466C-A2B5-F54554658163}" type="slidenum">
              <a:rPr lang="ko-KR" altLang="en-US" smtClean="0">
                <a:solidFill>
                  <a:prstClr val="black">
                    <a:tint val="75000"/>
                  </a:prstClr>
                </a:solidFill>
              </a:rPr>
              <a:pPr/>
              <a:t>‹#›</a:t>
            </a:fld>
            <a:endParaRPr lang="ko-KR" altLang="en-US" dirty="0">
              <a:solidFill>
                <a:prstClr val="black">
                  <a:tint val="75000"/>
                </a:prstClr>
              </a:solidFill>
            </a:endParaRPr>
          </a:p>
        </p:txBody>
      </p:sp>
      <p:sp>
        <p:nvSpPr>
          <p:cNvPr id="12" name="내용 개체 틀 2"/>
          <p:cNvSpPr>
            <a:spLocks noGrp="1"/>
          </p:cNvSpPr>
          <p:nvPr>
            <p:ph idx="13" hasCustomPrompt="1"/>
          </p:nvPr>
        </p:nvSpPr>
        <p:spPr>
          <a:xfrm>
            <a:off x="226624" y="1574343"/>
            <a:ext cx="5322076" cy="325962"/>
          </a:xfrm>
        </p:spPr>
        <p:txBody>
          <a:bodyPr>
            <a:normAutofit/>
          </a:bodyPr>
          <a:lstStyle>
            <a:lvl1pPr marL="0" indent="0">
              <a:buNone/>
              <a:defRPr sz="1400">
                <a:latin typeface="NotoSansCJKkr-Regular" panose="020B0502020203020207" pitchFamily="34" charset="-128"/>
                <a:ea typeface="NotoSansCJKkr-Regular" panose="020B0502020203020207" pitchFamily="34" charset="-128"/>
              </a:defRPr>
            </a:lvl1pPr>
          </a:lstStyle>
          <a:p>
            <a:pPr lvl="0"/>
            <a:r>
              <a:rPr lang="ko-KR" altLang="en-US"/>
              <a:t>내용</a:t>
            </a:r>
            <a:endParaRPr lang="ko-KR" altLang="en-US" dirty="0"/>
          </a:p>
        </p:txBody>
      </p:sp>
    </p:spTree>
    <p:extLst>
      <p:ext uri="{BB962C8B-B14F-4D97-AF65-F5344CB8AC3E}">
        <p14:creationId xmlns:p14="http://schemas.microsoft.com/office/powerpoint/2010/main" val="521909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빈 화면">
    <p:spTree>
      <p:nvGrpSpPr>
        <p:cNvPr id="1" name=""/>
        <p:cNvGrpSpPr/>
        <p:nvPr/>
      </p:nvGrpSpPr>
      <p:grpSpPr>
        <a:xfrm>
          <a:off x="0" y="0"/>
          <a:ext cx="0" cy="0"/>
          <a:chOff x="0" y="0"/>
          <a:chExt cx="0" cy="0"/>
        </a:xfrm>
      </p:grpSpPr>
      <p:pic>
        <p:nvPicPr>
          <p:cNvPr id="9" name="그림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10" name="제목 1"/>
          <p:cNvSpPr>
            <a:spLocks noGrp="1"/>
          </p:cNvSpPr>
          <p:nvPr>
            <p:ph type="title"/>
          </p:nvPr>
        </p:nvSpPr>
        <p:spPr>
          <a:xfrm>
            <a:off x="226623" y="317862"/>
            <a:ext cx="8543925" cy="498588"/>
          </a:xfrm>
        </p:spPr>
        <p:txBody>
          <a:bodyPr>
            <a:normAutofit/>
          </a:bodyPr>
          <a:lstStyle>
            <a:lvl1pPr>
              <a:defRPr sz="2800">
                <a:latin typeface="NotoSansCJKkr-Regular" panose="020B0502020203020207" pitchFamily="34" charset="-128"/>
                <a:ea typeface="NotoSansCJKkr-Regular" panose="020B0502020203020207" pitchFamily="34" charset="-128"/>
              </a:defRPr>
            </a:lvl1pPr>
          </a:lstStyle>
          <a:p>
            <a:r>
              <a:rPr lang="ko-KR" altLang="en-US"/>
              <a:t>마스터 제목 스타일 편집</a:t>
            </a:r>
          </a:p>
        </p:txBody>
      </p:sp>
      <p:sp>
        <p:nvSpPr>
          <p:cNvPr id="12" name="내용 개체 틀 2"/>
          <p:cNvSpPr>
            <a:spLocks noGrp="1"/>
          </p:cNvSpPr>
          <p:nvPr>
            <p:ph idx="1" hasCustomPrompt="1"/>
          </p:nvPr>
        </p:nvSpPr>
        <p:spPr>
          <a:xfrm>
            <a:off x="226624" y="1134312"/>
            <a:ext cx="5322076" cy="325962"/>
          </a:xfrm>
        </p:spPr>
        <p:txBody>
          <a:bodyPr>
            <a:normAutofit/>
          </a:bodyPr>
          <a:lstStyle>
            <a:lvl1pPr marL="0" indent="0">
              <a:buNone/>
              <a:defRPr sz="1800">
                <a:latin typeface="NotoSansCJKkr-Regular" panose="020B0502020203020207" pitchFamily="34" charset="-128"/>
                <a:ea typeface="NotoSansCJKkr-Regular" panose="020B0502020203020207" pitchFamily="34" charset="-128"/>
              </a:defRPr>
            </a:lvl1pPr>
          </a:lstStyle>
          <a:p>
            <a:pPr lvl="0"/>
            <a:r>
              <a:rPr lang="en-US" altLang="ko-KR" dirty="0"/>
              <a:t>1.</a:t>
            </a:r>
            <a:endParaRPr lang="ko-KR" altLang="en-US" dirty="0"/>
          </a:p>
        </p:txBody>
      </p:sp>
      <p:sp>
        <p:nvSpPr>
          <p:cNvPr id="13" name="날짜 개체 틀 3"/>
          <p:cNvSpPr>
            <a:spLocks noGrp="1"/>
          </p:cNvSpPr>
          <p:nvPr>
            <p:ph type="dt" sz="half" idx="10"/>
          </p:nvPr>
        </p:nvSpPr>
        <p:spPr>
          <a:xfrm>
            <a:off x="681038" y="6356353"/>
            <a:ext cx="2228850" cy="365125"/>
          </a:xfrm>
        </p:spPr>
        <p:txBody>
          <a:bodyPr/>
          <a:lstStyle/>
          <a:p>
            <a:fld id="{E2873E39-B6F7-4425-8419-6DDAD9845D4F}" type="datetime1">
              <a:rPr lang="ko-KR" altLang="en-US" smtClean="0">
                <a:solidFill>
                  <a:prstClr val="black">
                    <a:tint val="75000"/>
                  </a:prstClr>
                </a:solidFill>
              </a:rPr>
              <a:pPr/>
              <a:t>2026. 3. 25.</a:t>
            </a:fld>
            <a:endParaRPr lang="ko-KR" altLang="en-US">
              <a:solidFill>
                <a:prstClr val="black">
                  <a:tint val="75000"/>
                </a:prstClr>
              </a:solidFill>
            </a:endParaRPr>
          </a:p>
        </p:txBody>
      </p:sp>
      <p:sp>
        <p:nvSpPr>
          <p:cNvPr id="14" name="바닥글 개체 틀 4"/>
          <p:cNvSpPr>
            <a:spLocks noGrp="1"/>
          </p:cNvSpPr>
          <p:nvPr>
            <p:ph type="ftr" sz="quarter" idx="11"/>
          </p:nvPr>
        </p:nvSpPr>
        <p:spPr>
          <a:xfrm>
            <a:off x="3281363" y="6356353"/>
            <a:ext cx="3343275" cy="365125"/>
          </a:xfrm>
        </p:spPr>
        <p:txBody>
          <a:bodyPr/>
          <a:lstStyle/>
          <a:p>
            <a:endParaRPr lang="ko-KR" altLang="en-US"/>
          </a:p>
        </p:txBody>
      </p:sp>
      <p:sp>
        <p:nvSpPr>
          <p:cNvPr id="15" name="슬라이드 번호 개체 틀 5"/>
          <p:cNvSpPr>
            <a:spLocks noGrp="1"/>
          </p:cNvSpPr>
          <p:nvPr>
            <p:ph type="sldNum" sz="quarter" idx="12"/>
          </p:nvPr>
        </p:nvSpPr>
        <p:spPr>
          <a:xfrm>
            <a:off x="7518185" y="6356353"/>
            <a:ext cx="2228850" cy="365125"/>
          </a:xfrm>
        </p:spPr>
        <p:txBody>
          <a:bodyPr/>
          <a:lstStyle/>
          <a:p>
            <a:fld id="{3CCF37BD-D670-466C-A2B5-F54554658163}" type="slidenum">
              <a:rPr lang="ko-KR" altLang="en-US" smtClean="0">
                <a:solidFill>
                  <a:prstClr val="black">
                    <a:tint val="75000"/>
                  </a:prstClr>
                </a:solidFill>
              </a:rPr>
              <a:pPr/>
              <a:t>‹#›</a:t>
            </a:fld>
            <a:endParaRPr lang="ko-KR" altLang="en-US" dirty="0">
              <a:solidFill>
                <a:prstClr val="black">
                  <a:tint val="75000"/>
                </a:prstClr>
              </a:solidFill>
            </a:endParaRPr>
          </a:p>
        </p:txBody>
      </p:sp>
      <p:sp>
        <p:nvSpPr>
          <p:cNvPr id="16" name="내용 개체 틀 2"/>
          <p:cNvSpPr>
            <a:spLocks noGrp="1"/>
          </p:cNvSpPr>
          <p:nvPr>
            <p:ph idx="13" hasCustomPrompt="1"/>
          </p:nvPr>
        </p:nvSpPr>
        <p:spPr>
          <a:xfrm>
            <a:off x="226624" y="1601727"/>
            <a:ext cx="5322076" cy="325962"/>
          </a:xfrm>
        </p:spPr>
        <p:txBody>
          <a:bodyPr>
            <a:normAutofit/>
          </a:bodyPr>
          <a:lstStyle>
            <a:lvl1pPr marL="0" indent="0">
              <a:buNone/>
              <a:defRPr sz="1400">
                <a:latin typeface="NotoSansCJKkr-Regular" panose="020B0502020203020207" pitchFamily="34" charset="-128"/>
                <a:ea typeface="NotoSansCJKkr-Regular" panose="020B0502020203020207" pitchFamily="34" charset="-128"/>
              </a:defRPr>
            </a:lvl1pPr>
          </a:lstStyle>
          <a:p>
            <a:pPr lvl="0"/>
            <a:r>
              <a:rPr lang="ko-KR" altLang="en-US"/>
              <a:t>내용</a:t>
            </a:r>
            <a:endParaRPr lang="ko-KR" altLang="en-US" dirty="0"/>
          </a:p>
        </p:txBody>
      </p:sp>
    </p:spTree>
    <p:extLst>
      <p:ext uri="{BB962C8B-B14F-4D97-AF65-F5344CB8AC3E}">
        <p14:creationId xmlns:p14="http://schemas.microsoft.com/office/powerpoint/2010/main" val="2183938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3" name="제목 1"/>
          <p:cNvSpPr>
            <a:spLocks noGrp="1"/>
          </p:cNvSpPr>
          <p:nvPr>
            <p:ph type="title"/>
          </p:nvPr>
        </p:nvSpPr>
        <p:spPr>
          <a:xfrm>
            <a:off x="226623" y="317862"/>
            <a:ext cx="8543925" cy="498588"/>
          </a:xfrm>
        </p:spPr>
        <p:txBody>
          <a:bodyPr>
            <a:normAutofit/>
          </a:bodyPr>
          <a:lstStyle>
            <a:lvl1pPr>
              <a:defRPr sz="2800">
                <a:latin typeface="NotoSansCJKkr-Regular" panose="020B0502020203020207" pitchFamily="34" charset="-128"/>
                <a:ea typeface="NotoSansCJKkr-Regular" panose="020B0502020203020207" pitchFamily="34" charset="-128"/>
              </a:defRPr>
            </a:lvl1pPr>
          </a:lstStyle>
          <a:p>
            <a:r>
              <a:rPr lang="ko-KR" altLang="en-US"/>
              <a:t>마스터 제목 스타일 편집</a:t>
            </a:r>
          </a:p>
        </p:txBody>
      </p:sp>
      <p:sp>
        <p:nvSpPr>
          <p:cNvPr id="4" name="내용 개체 틀 2"/>
          <p:cNvSpPr>
            <a:spLocks noGrp="1"/>
          </p:cNvSpPr>
          <p:nvPr>
            <p:ph idx="1" hasCustomPrompt="1"/>
          </p:nvPr>
        </p:nvSpPr>
        <p:spPr>
          <a:xfrm>
            <a:off x="226624" y="1134312"/>
            <a:ext cx="5322076" cy="325962"/>
          </a:xfrm>
        </p:spPr>
        <p:txBody>
          <a:bodyPr>
            <a:normAutofit/>
          </a:bodyPr>
          <a:lstStyle>
            <a:lvl1pPr marL="0" indent="0">
              <a:buNone/>
              <a:defRPr sz="1800">
                <a:latin typeface="NotoSansCJKkr-Regular" panose="020B0502020203020207" pitchFamily="34" charset="-128"/>
                <a:ea typeface="NotoSansCJKkr-Regular" panose="020B0502020203020207" pitchFamily="34" charset="-128"/>
              </a:defRPr>
            </a:lvl1pPr>
          </a:lstStyle>
          <a:p>
            <a:pPr lvl="0"/>
            <a:r>
              <a:rPr lang="en-US" altLang="ko-KR" dirty="0"/>
              <a:t>1.</a:t>
            </a:r>
            <a:endParaRPr lang="ko-KR" altLang="en-US" dirty="0"/>
          </a:p>
        </p:txBody>
      </p:sp>
      <p:sp>
        <p:nvSpPr>
          <p:cNvPr id="5" name="날짜 개체 틀 3"/>
          <p:cNvSpPr>
            <a:spLocks noGrp="1"/>
          </p:cNvSpPr>
          <p:nvPr>
            <p:ph type="dt" sz="half" idx="10"/>
          </p:nvPr>
        </p:nvSpPr>
        <p:spPr>
          <a:xfrm>
            <a:off x="681038" y="6356353"/>
            <a:ext cx="2228850" cy="365125"/>
          </a:xfrm>
        </p:spPr>
        <p:txBody>
          <a:bodyPr/>
          <a:lstStyle/>
          <a:p>
            <a:fld id="{E2873E39-B6F7-4425-8419-6DDAD9845D4F}" type="datetime1">
              <a:rPr lang="ko-KR" altLang="en-US" smtClean="0">
                <a:solidFill>
                  <a:prstClr val="black">
                    <a:tint val="75000"/>
                  </a:prstClr>
                </a:solidFill>
              </a:rPr>
              <a:pPr/>
              <a:t>2026. 3. 25.</a:t>
            </a:fld>
            <a:endParaRPr lang="ko-KR" altLang="en-US">
              <a:solidFill>
                <a:prstClr val="black">
                  <a:tint val="75000"/>
                </a:prstClr>
              </a:solidFill>
            </a:endParaRPr>
          </a:p>
        </p:txBody>
      </p:sp>
      <p:sp>
        <p:nvSpPr>
          <p:cNvPr id="6" name="바닥글 개체 틀 4"/>
          <p:cNvSpPr>
            <a:spLocks noGrp="1"/>
          </p:cNvSpPr>
          <p:nvPr>
            <p:ph type="ftr" sz="quarter" idx="11"/>
          </p:nvPr>
        </p:nvSpPr>
        <p:spPr>
          <a:xfrm>
            <a:off x="3281363" y="6356353"/>
            <a:ext cx="3343275" cy="365125"/>
          </a:xfrm>
        </p:spPr>
        <p:txBody>
          <a:bodyPr/>
          <a:lstStyle/>
          <a:p>
            <a:endParaRPr lang="ko-KR" altLang="en-US"/>
          </a:p>
        </p:txBody>
      </p:sp>
      <p:sp>
        <p:nvSpPr>
          <p:cNvPr id="7" name="슬라이드 번호 개체 틀 5"/>
          <p:cNvSpPr>
            <a:spLocks noGrp="1"/>
          </p:cNvSpPr>
          <p:nvPr>
            <p:ph type="sldNum" sz="quarter" idx="12"/>
          </p:nvPr>
        </p:nvSpPr>
        <p:spPr>
          <a:xfrm>
            <a:off x="7518185" y="6356353"/>
            <a:ext cx="2228850" cy="365125"/>
          </a:xfrm>
        </p:spPr>
        <p:txBody>
          <a:bodyPr/>
          <a:lstStyle/>
          <a:p>
            <a:fld id="{3CCF37BD-D670-466C-A2B5-F54554658163}" type="slidenum">
              <a:rPr lang="ko-KR" altLang="en-US" smtClean="0">
                <a:solidFill>
                  <a:prstClr val="black">
                    <a:tint val="75000"/>
                  </a:prstClr>
                </a:solidFill>
              </a:rPr>
              <a:pPr/>
              <a:t>‹#›</a:t>
            </a:fld>
            <a:endParaRPr lang="ko-KR" altLang="en-US" dirty="0">
              <a:solidFill>
                <a:prstClr val="black">
                  <a:tint val="75000"/>
                </a:prstClr>
              </a:solidFill>
            </a:endParaRPr>
          </a:p>
        </p:txBody>
      </p:sp>
      <p:sp>
        <p:nvSpPr>
          <p:cNvPr id="8" name="내용 개체 틀 2"/>
          <p:cNvSpPr>
            <a:spLocks noGrp="1"/>
          </p:cNvSpPr>
          <p:nvPr>
            <p:ph idx="13" hasCustomPrompt="1"/>
          </p:nvPr>
        </p:nvSpPr>
        <p:spPr>
          <a:xfrm>
            <a:off x="226624" y="1601727"/>
            <a:ext cx="5322076" cy="325962"/>
          </a:xfrm>
        </p:spPr>
        <p:txBody>
          <a:bodyPr>
            <a:normAutofit/>
          </a:bodyPr>
          <a:lstStyle>
            <a:lvl1pPr marL="0" indent="0">
              <a:buNone/>
              <a:defRPr sz="1400">
                <a:latin typeface="NotoSansCJKkr-Regular" panose="020B0502020203020207" pitchFamily="34" charset="-128"/>
                <a:ea typeface="NotoSansCJKkr-Regular" panose="020B0502020203020207" pitchFamily="34" charset="-128"/>
              </a:defRPr>
            </a:lvl1pPr>
          </a:lstStyle>
          <a:p>
            <a:pPr lvl="0"/>
            <a:r>
              <a:rPr lang="ko-KR" altLang="en-US"/>
              <a:t>내용</a:t>
            </a:r>
            <a:endParaRPr lang="ko-KR" altLang="en-US" dirty="0"/>
          </a:p>
        </p:txBody>
      </p:sp>
    </p:spTree>
    <p:extLst>
      <p:ext uri="{BB962C8B-B14F-4D97-AF65-F5344CB8AC3E}">
        <p14:creationId xmlns:p14="http://schemas.microsoft.com/office/powerpoint/2010/main" val="21094607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빈 화면">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6" name="제목 1"/>
          <p:cNvSpPr>
            <a:spLocks noGrp="1"/>
          </p:cNvSpPr>
          <p:nvPr>
            <p:ph type="title"/>
          </p:nvPr>
        </p:nvSpPr>
        <p:spPr>
          <a:xfrm>
            <a:off x="226623" y="317862"/>
            <a:ext cx="8543925" cy="498588"/>
          </a:xfrm>
        </p:spPr>
        <p:txBody>
          <a:bodyPr>
            <a:normAutofit/>
          </a:bodyPr>
          <a:lstStyle>
            <a:lvl1pPr>
              <a:defRPr sz="2800">
                <a:latin typeface="NotoSansCJKkr-Regular" panose="020B0502020203020207" pitchFamily="34" charset="-128"/>
                <a:ea typeface="NotoSansCJKkr-Regular" panose="020B0502020203020207" pitchFamily="34" charset="-128"/>
              </a:defRPr>
            </a:lvl1pPr>
          </a:lstStyle>
          <a:p>
            <a:r>
              <a:rPr lang="ko-KR" altLang="en-US"/>
              <a:t>마스터 제목 스타일 편집</a:t>
            </a:r>
          </a:p>
        </p:txBody>
      </p:sp>
      <p:sp>
        <p:nvSpPr>
          <p:cNvPr id="7" name="내용 개체 틀 2"/>
          <p:cNvSpPr>
            <a:spLocks noGrp="1"/>
          </p:cNvSpPr>
          <p:nvPr>
            <p:ph idx="1" hasCustomPrompt="1"/>
          </p:nvPr>
        </p:nvSpPr>
        <p:spPr>
          <a:xfrm>
            <a:off x="226624" y="1134312"/>
            <a:ext cx="5322076" cy="325962"/>
          </a:xfrm>
        </p:spPr>
        <p:txBody>
          <a:bodyPr>
            <a:normAutofit/>
          </a:bodyPr>
          <a:lstStyle>
            <a:lvl1pPr marL="0" indent="0">
              <a:buNone/>
              <a:defRPr sz="1800">
                <a:latin typeface="NotoSansCJKkr-Regular" panose="020B0502020203020207" pitchFamily="34" charset="-128"/>
                <a:ea typeface="NotoSansCJKkr-Regular" panose="020B0502020203020207" pitchFamily="34" charset="-128"/>
              </a:defRPr>
            </a:lvl1pPr>
          </a:lstStyle>
          <a:p>
            <a:pPr lvl="0"/>
            <a:r>
              <a:rPr lang="en-US" altLang="ko-KR" dirty="0"/>
              <a:t>1.</a:t>
            </a:r>
            <a:endParaRPr lang="ko-KR" altLang="en-US" dirty="0"/>
          </a:p>
        </p:txBody>
      </p:sp>
      <p:sp>
        <p:nvSpPr>
          <p:cNvPr id="9" name="날짜 개체 틀 3"/>
          <p:cNvSpPr>
            <a:spLocks noGrp="1"/>
          </p:cNvSpPr>
          <p:nvPr>
            <p:ph type="dt" sz="half" idx="10"/>
          </p:nvPr>
        </p:nvSpPr>
        <p:spPr>
          <a:xfrm>
            <a:off x="681038" y="6356353"/>
            <a:ext cx="2228850" cy="365125"/>
          </a:xfrm>
        </p:spPr>
        <p:txBody>
          <a:bodyPr/>
          <a:lstStyle/>
          <a:p>
            <a:fld id="{E2873E39-B6F7-4425-8419-6DDAD9845D4F}" type="datetime1">
              <a:rPr lang="ko-KR" altLang="en-US" smtClean="0">
                <a:solidFill>
                  <a:prstClr val="black">
                    <a:tint val="75000"/>
                  </a:prstClr>
                </a:solidFill>
              </a:rPr>
              <a:pPr/>
              <a:t>2026. 3. 25.</a:t>
            </a:fld>
            <a:endParaRPr lang="ko-KR" altLang="en-US">
              <a:solidFill>
                <a:prstClr val="black">
                  <a:tint val="75000"/>
                </a:prstClr>
              </a:solidFill>
            </a:endParaRPr>
          </a:p>
        </p:txBody>
      </p:sp>
      <p:sp>
        <p:nvSpPr>
          <p:cNvPr id="10" name="바닥글 개체 틀 4"/>
          <p:cNvSpPr>
            <a:spLocks noGrp="1"/>
          </p:cNvSpPr>
          <p:nvPr>
            <p:ph type="ftr" sz="quarter" idx="11"/>
          </p:nvPr>
        </p:nvSpPr>
        <p:spPr>
          <a:xfrm>
            <a:off x="3281363" y="6356353"/>
            <a:ext cx="3343275" cy="365125"/>
          </a:xfrm>
        </p:spPr>
        <p:txBody>
          <a:bodyPr/>
          <a:lstStyle/>
          <a:p>
            <a:endParaRPr lang="ko-KR" altLang="en-US"/>
          </a:p>
        </p:txBody>
      </p:sp>
      <p:sp>
        <p:nvSpPr>
          <p:cNvPr id="11" name="슬라이드 번호 개체 틀 5"/>
          <p:cNvSpPr>
            <a:spLocks noGrp="1"/>
          </p:cNvSpPr>
          <p:nvPr>
            <p:ph type="sldNum" sz="quarter" idx="12"/>
          </p:nvPr>
        </p:nvSpPr>
        <p:spPr>
          <a:xfrm>
            <a:off x="7518185" y="6356353"/>
            <a:ext cx="2228850" cy="365125"/>
          </a:xfrm>
        </p:spPr>
        <p:txBody>
          <a:bodyPr/>
          <a:lstStyle/>
          <a:p>
            <a:fld id="{3CCF37BD-D670-466C-A2B5-F54554658163}" type="slidenum">
              <a:rPr lang="ko-KR" altLang="en-US" smtClean="0">
                <a:solidFill>
                  <a:prstClr val="black">
                    <a:tint val="75000"/>
                  </a:prstClr>
                </a:solidFill>
              </a:rPr>
              <a:pPr/>
              <a:t>‹#›</a:t>
            </a:fld>
            <a:endParaRPr lang="ko-KR" altLang="en-US" dirty="0">
              <a:solidFill>
                <a:prstClr val="black">
                  <a:tint val="75000"/>
                </a:prstClr>
              </a:solidFill>
            </a:endParaRPr>
          </a:p>
        </p:txBody>
      </p:sp>
      <p:sp>
        <p:nvSpPr>
          <p:cNvPr id="12" name="내용 개체 틀 2"/>
          <p:cNvSpPr>
            <a:spLocks noGrp="1"/>
          </p:cNvSpPr>
          <p:nvPr>
            <p:ph idx="13" hasCustomPrompt="1"/>
          </p:nvPr>
        </p:nvSpPr>
        <p:spPr>
          <a:xfrm>
            <a:off x="226624" y="1601727"/>
            <a:ext cx="5322076" cy="325962"/>
          </a:xfrm>
        </p:spPr>
        <p:txBody>
          <a:bodyPr>
            <a:normAutofit/>
          </a:bodyPr>
          <a:lstStyle>
            <a:lvl1pPr marL="0" indent="0">
              <a:buNone/>
              <a:defRPr sz="1400">
                <a:latin typeface="NotoSansCJKkr-Regular" panose="020B0502020203020207" pitchFamily="34" charset="-128"/>
                <a:ea typeface="NotoSansCJKkr-Regular" panose="020B0502020203020207" pitchFamily="34" charset="-128"/>
              </a:defRPr>
            </a:lvl1pPr>
          </a:lstStyle>
          <a:p>
            <a:pPr lvl="0"/>
            <a:r>
              <a:rPr lang="ko-KR" altLang="en-US"/>
              <a:t>내용</a:t>
            </a:r>
            <a:endParaRPr lang="ko-KR" altLang="en-US" dirty="0"/>
          </a:p>
        </p:txBody>
      </p:sp>
    </p:spTree>
    <p:extLst>
      <p:ext uri="{BB962C8B-B14F-4D97-AF65-F5344CB8AC3E}">
        <p14:creationId xmlns:p14="http://schemas.microsoft.com/office/powerpoint/2010/main" val="3302320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349265" y="203391"/>
            <a:ext cx="8543925" cy="472949"/>
          </a:xfrm>
        </p:spPr>
        <p:txBody>
          <a:bodyPr>
            <a:normAutofit/>
          </a:bodyPr>
          <a:lstStyle>
            <a:lvl1pPr>
              <a:defRPr sz="2400"/>
            </a:lvl1pPr>
          </a:lstStyle>
          <a:p>
            <a:r>
              <a:rPr lang="ko-KR" altLang="en-US"/>
              <a:t>마스터 제목 스타일 편집</a:t>
            </a:r>
            <a:endParaRPr lang="en-US" dirty="0"/>
          </a:p>
        </p:txBody>
      </p:sp>
      <p:sp>
        <p:nvSpPr>
          <p:cNvPr id="4" name="Date Placeholder 3"/>
          <p:cNvSpPr>
            <a:spLocks noGrp="1"/>
          </p:cNvSpPr>
          <p:nvPr>
            <p:ph type="dt" sz="half" idx="10"/>
          </p:nvPr>
        </p:nvSpPr>
        <p:spPr/>
        <p:txBody>
          <a:bodyPr/>
          <a:lstStyle/>
          <a:p>
            <a:fld id="{80F312AF-E5EA-411A-BBB8-E373C282155C}" type="datetime1">
              <a:rPr lang="ko-KR" altLang="en-US" smtClean="0">
                <a:solidFill>
                  <a:prstClr val="black">
                    <a:tint val="75000"/>
                  </a:prstClr>
                </a:solidFill>
              </a:rPr>
              <a:pPr/>
              <a:t>2026. 3. 25.</a:t>
            </a:fld>
            <a:endParaRPr lang="ko-KR"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ko-KR" altLang="en-US">
              <a:solidFill>
                <a:prstClr val="black">
                  <a:tint val="75000"/>
                </a:prstClr>
              </a:solidFill>
            </a:endParaRPr>
          </a:p>
        </p:txBody>
      </p:sp>
      <p:sp>
        <p:nvSpPr>
          <p:cNvPr id="6" name="Slide Number Placeholder 5"/>
          <p:cNvSpPr>
            <a:spLocks noGrp="1"/>
          </p:cNvSpPr>
          <p:nvPr>
            <p:ph type="sldNum" sz="quarter" idx="12"/>
          </p:nvPr>
        </p:nvSpPr>
        <p:spPr>
          <a:xfrm>
            <a:off x="7524751" y="6393810"/>
            <a:ext cx="2228850" cy="365125"/>
          </a:xfrm>
        </p:spPr>
        <p:txBody>
          <a:bodyPr/>
          <a:lstStyle/>
          <a:p>
            <a:fld id="{2F99EF70-AC82-4D18-A5F4-F44F7CD889F6}" type="slidenum">
              <a:rPr lang="ko-KR" altLang="en-US" smtClean="0">
                <a:solidFill>
                  <a:prstClr val="black">
                    <a:tint val="75000"/>
                  </a:prstClr>
                </a:solidFill>
              </a:rPr>
              <a:pPr/>
              <a:t>‹#›</a:t>
            </a:fld>
            <a:endParaRPr lang="ko-KR" altLang="en-US">
              <a:solidFill>
                <a:prstClr val="black">
                  <a:tint val="75000"/>
                </a:prstClr>
              </a:solidFill>
            </a:endParaRPr>
          </a:p>
        </p:txBody>
      </p:sp>
      <p:sp>
        <p:nvSpPr>
          <p:cNvPr id="9" name="텍스트 개체 틀 9"/>
          <p:cNvSpPr>
            <a:spLocks noGrp="1"/>
          </p:cNvSpPr>
          <p:nvPr>
            <p:ph type="body" sz="quarter" idx="13" hasCustomPrompt="1"/>
          </p:nvPr>
        </p:nvSpPr>
        <p:spPr>
          <a:xfrm>
            <a:off x="344488" y="836613"/>
            <a:ext cx="9217025" cy="360362"/>
          </a:xfr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lvl1pPr>
              <a:buNone/>
              <a:defRPr kumimoji="1" lang="ko-KR" altLang="en-US" sz="1400" b="1" kern="1200" noProof="0" dirty="0" smtClean="0">
                <a:ln>
                  <a:solidFill>
                    <a:schemeClr val="accent1">
                      <a:shade val="50000"/>
                      <a:alpha val="0"/>
                    </a:schemeClr>
                  </a:solidFill>
                </a:ln>
                <a:solidFill>
                  <a:schemeClr val="tx1"/>
                </a:solidFill>
                <a:latin typeface="+mn-ea"/>
                <a:ea typeface="+mn-ea"/>
                <a:cs typeface="+mn-cs"/>
              </a:defRPr>
            </a:lvl1pPr>
          </a:lstStyle>
          <a:p>
            <a:pPr marL="0" marR="0" lvl="0" indent="0" algn="l" defTabSz="957263" rtl="0" eaLnBrk="0" fontAlgn="base" latinLnBrk="1" hangingPunct="0">
              <a:lnSpc>
                <a:spcPct val="100000"/>
              </a:lnSpc>
              <a:spcBef>
                <a:spcPct val="0"/>
              </a:spcBef>
              <a:spcAft>
                <a:spcPct val="0"/>
              </a:spcAft>
              <a:buClrTx/>
              <a:buSzTx/>
              <a:tabLst/>
              <a:defRPr/>
            </a:pPr>
            <a:r>
              <a:rPr lang="en-US" altLang="ko-KR" dirty="0"/>
              <a:t>1.</a:t>
            </a:r>
            <a:endParaRPr lang="ko-KR" altLang="en-US" dirty="0"/>
          </a:p>
        </p:txBody>
      </p:sp>
      <p:sp>
        <p:nvSpPr>
          <p:cNvPr id="10" name="텍스트 개체 틀 9"/>
          <p:cNvSpPr>
            <a:spLocks noGrp="1"/>
          </p:cNvSpPr>
          <p:nvPr>
            <p:ph type="body" sz="quarter" idx="14" hasCustomPrompt="1"/>
          </p:nvPr>
        </p:nvSpPr>
        <p:spPr>
          <a:xfrm>
            <a:off x="488950" y="1196975"/>
            <a:ext cx="9072563" cy="5327650"/>
          </a:xfr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lstStyle>
            <a:lvl1pPr>
              <a:buNone/>
              <a:defRPr kumimoji="1" lang="ko-KR" altLang="en-US" sz="1300" b="0" kern="1200" noProof="0" dirty="0" smtClean="0">
                <a:ln>
                  <a:solidFill>
                    <a:schemeClr val="accent1">
                      <a:shade val="50000"/>
                      <a:alpha val="0"/>
                    </a:schemeClr>
                  </a:solidFill>
                </a:ln>
                <a:solidFill>
                  <a:schemeClr val="tx1"/>
                </a:solidFill>
                <a:latin typeface="+mn-ea"/>
                <a:ea typeface="+mn-ea"/>
                <a:cs typeface="+mn-cs"/>
              </a:defRPr>
            </a:lvl1pPr>
          </a:lstStyle>
          <a:p>
            <a:pPr marL="0" marR="0" lvl="0" indent="0" algn="l" defTabSz="957263" rtl="0" eaLnBrk="0" fontAlgn="base" latinLnBrk="1" hangingPunct="0">
              <a:lnSpc>
                <a:spcPct val="100000"/>
              </a:lnSpc>
              <a:spcBef>
                <a:spcPct val="0"/>
              </a:spcBef>
              <a:spcAft>
                <a:spcPct val="0"/>
              </a:spcAft>
              <a:buClrTx/>
              <a:buSzTx/>
              <a:tabLst/>
              <a:defRPr/>
            </a:pPr>
            <a:r>
              <a:rPr lang="en-US" altLang="ko-KR" dirty="0"/>
              <a:t>1)</a:t>
            </a:r>
            <a:endParaRPr lang="ko-KR" altLang="en-US" dirty="0"/>
          </a:p>
        </p:txBody>
      </p:sp>
      <p:pic>
        <p:nvPicPr>
          <p:cNvPr id="11" name="그림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085852" y="181832"/>
            <a:ext cx="667749" cy="243814"/>
          </a:xfrm>
          <a:prstGeom prst="rect">
            <a:avLst/>
          </a:prstGeom>
        </p:spPr>
      </p:pic>
      <p:pic>
        <p:nvPicPr>
          <p:cNvPr id="12" name="그림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27816" y="480087"/>
            <a:ext cx="1225785" cy="115664"/>
          </a:xfrm>
          <a:prstGeom prst="rect">
            <a:avLst/>
          </a:prstGeom>
        </p:spPr>
      </p:pic>
      <p:cxnSp>
        <p:nvCxnSpPr>
          <p:cNvPr id="13" name="직선 연결선 12"/>
          <p:cNvCxnSpPr/>
          <p:nvPr userDrawn="1"/>
        </p:nvCxnSpPr>
        <p:spPr>
          <a:xfrm>
            <a:off x="185737" y="670965"/>
            <a:ext cx="9567864"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96129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제목 슬라이드">
    <p:spTree>
      <p:nvGrpSpPr>
        <p:cNvPr id="1" name=""/>
        <p:cNvGrpSpPr/>
        <p:nvPr/>
      </p:nvGrpSpPr>
      <p:grpSpPr>
        <a:xfrm>
          <a:off x="0" y="0"/>
          <a:ext cx="0" cy="0"/>
          <a:chOff x="0" y="0"/>
          <a:chExt cx="0" cy="0"/>
        </a:xfrm>
      </p:grpSpPr>
      <p:pic>
        <p:nvPicPr>
          <p:cNvPr id="12" name="그림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13" name="제목 1"/>
          <p:cNvSpPr>
            <a:spLocks noGrp="1"/>
          </p:cNvSpPr>
          <p:nvPr>
            <p:ph type="ctrTitle"/>
          </p:nvPr>
        </p:nvSpPr>
        <p:spPr>
          <a:xfrm>
            <a:off x="1238250" y="998793"/>
            <a:ext cx="7429500" cy="2387600"/>
          </a:xfrm>
        </p:spPr>
        <p:txBody>
          <a:bodyPr anchor="b">
            <a:normAutofit/>
          </a:bodyPr>
          <a:lstStyle>
            <a:lvl1pPr algn="ctr">
              <a:defRPr sz="4400">
                <a:latin typeface="NotoSansCJKkr-Regular" panose="020B0502020203020207" pitchFamily="34" charset="-128"/>
                <a:ea typeface="NotoSansCJKkr-Regular" panose="020B0502020203020207" pitchFamily="34" charset="-128"/>
              </a:defRPr>
            </a:lvl1pPr>
          </a:lstStyle>
          <a:p>
            <a:r>
              <a:rPr lang="ko-KR" altLang="en-US" dirty="0"/>
              <a:t>마스터 제목 스타일 편집</a:t>
            </a:r>
          </a:p>
        </p:txBody>
      </p:sp>
      <p:sp>
        <p:nvSpPr>
          <p:cNvPr id="14" name="부제목 2"/>
          <p:cNvSpPr>
            <a:spLocks noGrp="1"/>
          </p:cNvSpPr>
          <p:nvPr>
            <p:ph type="subTitle" idx="1" hasCustomPrompt="1"/>
          </p:nvPr>
        </p:nvSpPr>
        <p:spPr>
          <a:xfrm>
            <a:off x="1238250" y="3511420"/>
            <a:ext cx="7429500" cy="1655762"/>
          </a:xfrm>
        </p:spPr>
        <p:txBody>
          <a:bodyPr/>
          <a:lstStyle>
            <a:lvl1pPr marL="0" indent="0" algn="ctr">
              <a:buNone/>
              <a:defRPr sz="2400">
                <a:latin typeface="NotoSansCJKkr-Regular" panose="020B0502020203020207" pitchFamily="34" charset="-128"/>
                <a:ea typeface="NotoSansCJKkr-Regular" panose="020B0502020203020207" pitchFamily="34"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ko-KR" dirty="0"/>
              <a:t>2017. 00. 00</a:t>
            </a:r>
          </a:p>
          <a:p>
            <a:r>
              <a:rPr lang="ko-KR" altLang="en-US"/>
              <a:t>ㅇㅇㅇ팀</a:t>
            </a:r>
            <a:endParaRPr lang="ko-KR" altLang="en-US" dirty="0"/>
          </a:p>
        </p:txBody>
      </p:sp>
      <p:sp>
        <p:nvSpPr>
          <p:cNvPr id="15" name="날짜 개체 틀 3"/>
          <p:cNvSpPr>
            <a:spLocks noGrp="1"/>
          </p:cNvSpPr>
          <p:nvPr>
            <p:ph type="dt" sz="half" idx="10"/>
          </p:nvPr>
        </p:nvSpPr>
        <p:spPr>
          <a:xfrm>
            <a:off x="681038" y="6356353"/>
            <a:ext cx="2228850" cy="365125"/>
          </a:xfrm>
        </p:spPr>
        <p:txBody>
          <a:bodyPr/>
          <a:lstStyle/>
          <a:p>
            <a:fld id="{9919E9C4-81B8-4F19-B791-2F0E7902BE13}" type="datetime1">
              <a:rPr lang="ko-KR" altLang="en-US" smtClean="0">
                <a:solidFill>
                  <a:prstClr val="black">
                    <a:tint val="75000"/>
                  </a:prstClr>
                </a:solidFill>
              </a:rPr>
              <a:pPr/>
              <a:t>2026. 3. 25.</a:t>
            </a:fld>
            <a:endParaRPr lang="ko-KR" altLang="en-US">
              <a:solidFill>
                <a:prstClr val="black">
                  <a:tint val="75000"/>
                </a:prstClr>
              </a:solidFill>
            </a:endParaRPr>
          </a:p>
        </p:txBody>
      </p:sp>
      <p:sp>
        <p:nvSpPr>
          <p:cNvPr id="16" name="바닥글 개체 틀 4"/>
          <p:cNvSpPr>
            <a:spLocks noGrp="1"/>
          </p:cNvSpPr>
          <p:nvPr>
            <p:ph type="ftr" sz="quarter" idx="11"/>
          </p:nvPr>
        </p:nvSpPr>
        <p:spPr>
          <a:xfrm>
            <a:off x="3281363" y="6356353"/>
            <a:ext cx="3343275" cy="365125"/>
          </a:xfrm>
        </p:spPr>
        <p:txBody>
          <a:bodyPr/>
          <a:lstStyle/>
          <a:p>
            <a:endParaRPr lang="ko-KR" altLang="en-US"/>
          </a:p>
        </p:txBody>
      </p:sp>
      <p:sp>
        <p:nvSpPr>
          <p:cNvPr id="17" name="슬라이드 번호 개체 틀 5"/>
          <p:cNvSpPr>
            <a:spLocks noGrp="1"/>
          </p:cNvSpPr>
          <p:nvPr>
            <p:ph type="sldNum" sz="quarter" idx="12"/>
          </p:nvPr>
        </p:nvSpPr>
        <p:spPr>
          <a:xfrm>
            <a:off x="6996113" y="6356353"/>
            <a:ext cx="2228850" cy="365125"/>
          </a:xfrm>
        </p:spPr>
        <p:txBody>
          <a:bodyPr/>
          <a:lstStyle/>
          <a:p>
            <a:fld id="{3CCF37BD-D670-466C-A2B5-F54554658163}"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4293598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4" name="개체 3" hidden="1"/>
          <p:cNvGraphicFramePr>
            <a:graphicFrameLocks noChangeAspect="1"/>
          </p:cNvGraphicFramePr>
          <p:nvPr userDrawn="1">
            <p:custDataLst>
              <p:tags r:id="rId12"/>
            </p:custDataLst>
          </p:nvPr>
        </p:nvGraphicFramePr>
        <p:xfrm>
          <a:off x="1721" y="1589"/>
          <a:ext cx="1719" cy="1587"/>
        </p:xfrm>
        <a:graphic>
          <a:graphicData uri="http://schemas.openxmlformats.org/presentationml/2006/ole">
            <mc:AlternateContent xmlns:mc="http://schemas.openxmlformats.org/markup-compatibility/2006">
              <mc:Choice xmlns:v="urn:schemas-microsoft-com:vml" Requires="v">
                <p:oleObj name="think-cell Slide" r:id="rId13" imgW="270" imgH="270" progId="TCLayout.ActiveDocument.1">
                  <p:embed/>
                </p:oleObj>
              </mc:Choice>
              <mc:Fallback>
                <p:oleObj name="think-cell Slide" r:id="rId13" imgW="270" imgH="270" progId="TCLayout.ActiveDocument.1">
                  <p:embed/>
                  <p:pic>
                    <p:nvPicPr>
                      <p:cNvPr id="0" name=""/>
                      <p:cNvPicPr/>
                      <p:nvPr/>
                    </p:nvPicPr>
                    <p:blipFill>
                      <a:blip r:embed="rId14"/>
                      <a:stretch>
                        <a:fillRect/>
                      </a:stretch>
                    </p:blipFill>
                    <p:spPr>
                      <a:xfrm>
                        <a:off x="1721" y="1589"/>
                        <a:ext cx="1719" cy="1587"/>
                      </a:xfrm>
                      <a:prstGeom prst="rect">
                        <a:avLst/>
                      </a:prstGeom>
                    </p:spPr>
                  </p:pic>
                </p:oleObj>
              </mc:Fallback>
            </mc:AlternateContent>
          </a:graphicData>
        </a:graphic>
      </p:graphicFrame>
      <p:sp>
        <p:nvSpPr>
          <p:cNvPr id="2" name="Title"/>
          <p:cNvSpPr>
            <a:spLocks noGrp="1"/>
          </p:cNvSpPr>
          <p:nvPr>
            <p:ph type="title"/>
          </p:nvPr>
        </p:nvSpPr>
        <p:spPr>
          <a:xfrm>
            <a:off x="264883" y="804672"/>
            <a:ext cx="9361170" cy="338328"/>
          </a:xfrm>
          <a:prstGeom prst="rect">
            <a:avLst/>
          </a:prstGeom>
          <a:noFill/>
          <a:ln w="6350">
            <a:noFill/>
            <a:miter lim="800000"/>
          </a:ln>
        </p:spPr>
        <p:txBody>
          <a:bodyPr vert="horz" wrap="square" lIns="0" tIns="0" rIns="0" bIns="0" rtlCol="0" anchor="t" anchorCtr="0">
            <a:spAutoFit/>
          </a:bodyPr>
          <a:lstStyle/>
          <a:p>
            <a:r>
              <a:rPr lang="en-US" dirty="0"/>
              <a:t>Headline of maximum two lines here</a:t>
            </a:r>
          </a:p>
        </p:txBody>
      </p:sp>
      <p:sp>
        <p:nvSpPr>
          <p:cNvPr id="3" name="Text Placeholder 1"/>
          <p:cNvSpPr>
            <a:spLocks noGrp="1"/>
          </p:cNvSpPr>
          <p:nvPr>
            <p:ph type="body" idx="1"/>
          </p:nvPr>
        </p:nvSpPr>
        <p:spPr>
          <a:xfrm>
            <a:off x="264883" y="2057400"/>
            <a:ext cx="9361170" cy="1338828"/>
          </a:xfrm>
          <a:prstGeom prst="rect">
            <a:avLst/>
          </a:prstGeom>
          <a:noFill/>
          <a:ln w="6350">
            <a:noFill/>
            <a:miter lim="800000"/>
          </a:ln>
        </p:spPr>
        <p:txBody>
          <a:bodyPr vert="horz" lIns="0" tIns="0" rIns="0" bIns="0" rtlCol="0">
            <a:spAutoFit/>
          </a:bodyPr>
          <a:lstStyle/>
          <a:p>
            <a:pPr lvl="0"/>
            <a:r>
              <a:rPr lang="en-US" dirty="0"/>
              <a:t>Text on first level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Box 14"/>
          <p:cNvSpPr txBox="1"/>
          <p:nvPr/>
        </p:nvSpPr>
        <p:spPr>
          <a:xfrm>
            <a:off x="9362051" y="6595257"/>
            <a:ext cx="287274" cy="138499"/>
          </a:xfrm>
          <a:prstGeom prst="rect">
            <a:avLst/>
          </a:prstGeom>
          <a:noFill/>
          <a:ln w="6350">
            <a:noFill/>
            <a:miter lim="800000"/>
          </a:ln>
        </p:spPr>
        <p:txBody>
          <a:bodyPr wrap="none" lIns="0" tIns="0" rIns="0" bIns="0" rtlCol="0" anchor="b" anchorCtr="0">
            <a:noAutofit/>
          </a:bodyPr>
          <a:lstStyle/>
          <a:p>
            <a:pPr algn="r" defTabSz="914400" fontAlgn="auto" latinLnBrk="0">
              <a:spcBef>
                <a:spcPts val="0"/>
              </a:spcBef>
              <a:spcAft>
                <a:spcPts val="0"/>
              </a:spcAft>
            </a:pPr>
            <a:fld id="{6CE8C368-3382-4C28-AE75-DF7C05ACA19D}" type="slidenum">
              <a:rPr kumimoji="0" lang="en-US" sz="900" b="0">
                <a:solidFill>
                  <a:srgbClr val="ADABA1"/>
                </a:solidFill>
                <a:latin typeface="Arial"/>
                <a:ea typeface="맑은 고딕" panose="020B0503020000020004" pitchFamily="50" charset="-127"/>
              </a:rPr>
              <a:pPr algn="r" defTabSz="914400" fontAlgn="auto" latinLnBrk="0">
                <a:spcBef>
                  <a:spcPts val="0"/>
                </a:spcBef>
                <a:spcAft>
                  <a:spcPts val="0"/>
                </a:spcAft>
              </a:pPr>
              <a:t>‹#›</a:t>
            </a:fld>
            <a:endParaRPr kumimoji="0" lang="en-US" sz="900" b="0" dirty="0">
              <a:solidFill>
                <a:srgbClr val="ADABA1"/>
              </a:solidFill>
              <a:latin typeface="Arial"/>
              <a:ea typeface="맑은 고딕" panose="020B0503020000020004" pitchFamily="50" charset="-127"/>
            </a:endParaRPr>
          </a:p>
        </p:txBody>
      </p:sp>
      <p:pic>
        <p:nvPicPr>
          <p:cNvPr id="13" name="Picture 12" descr="White1.png"/>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0" y="320400"/>
            <a:ext cx="9906000" cy="279400"/>
          </a:xfrm>
          <a:prstGeom prst="rect">
            <a:avLst/>
          </a:prstGeom>
        </p:spPr>
      </p:pic>
    </p:spTree>
    <p:extLst>
      <p:ext uri="{BB962C8B-B14F-4D97-AF65-F5344CB8AC3E}">
        <p14:creationId xmlns:p14="http://schemas.microsoft.com/office/powerpoint/2010/main" val="2198212284"/>
      </p:ext>
    </p:extLst>
  </p:cSld>
  <p:clrMap bg1="lt1" tx1="dk1" bg2="lt2" tx2="dk2" accent1="accent1" accent2="accent2" accent3="accent3" accent4="accent4" accent5="accent5" accent6="accent6" hlink="hlink" folHlink="folHlink"/>
  <p:sldLayoutIdLst>
    <p:sldLayoutId id="2147483996" r:id="rId1"/>
    <p:sldLayoutId id="2147483997" r:id="rId2"/>
    <p:sldLayoutId id="2147483998" r:id="rId3"/>
    <p:sldLayoutId id="2147483999" r:id="rId4"/>
    <p:sldLayoutId id="2147484000" r:id="rId5"/>
    <p:sldLayoutId id="2147484001" r:id="rId6"/>
    <p:sldLayoutId id="2147484003" r:id="rId7"/>
    <p:sldLayoutId id="2147484004" r:id="rId8"/>
    <p:sldLayoutId id="2147484005" r:id="rId9"/>
    <p:sldLayoutId id="2147484006" r:id="rId10"/>
  </p:sldLayoutIdLst>
  <p:hf sldNum="0" hdr="0" ftr="0" dt="0"/>
  <p:txStyles>
    <p:titleStyle>
      <a:lvl1pPr marL="0" indent="0" algn="l" defTabSz="914400" rtl="0" eaLnBrk="1" latinLnBrk="1" hangingPunct="1">
        <a:lnSpc>
          <a:spcPct val="90000"/>
        </a:lnSpc>
        <a:spcBef>
          <a:spcPct val="0"/>
        </a:spcBef>
        <a:buNone/>
        <a:defRPr sz="2400" b="0" kern="1200" baseline="0">
          <a:solidFill>
            <a:schemeClr val="tx1"/>
          </a:solidFill>
          <a:latin typeface="+mj-lt"/>
          <a:ea typeface="맑은 고딕" panose="020B0503020000020004" pitchFamily="50" charset="-127"/>
          <a:cs typeface="Arial" pitchFamily="34" charset="0"/>
        </a:defRPr>
      </a:lvl1pPr>
    </p:titleStyle>
    <p:bodyStyle>
      <a:lvl1pPr marL="180000" indent="-180000" algn="l" defTabSz="914400" rtl="0" eaLnBrk="1" latinLnBrk="1" hangingPunct="1">
        <a:lnSpc>
          <a:spcPct val="90000"/>
        </a:lnSpc>
        <a:spcBef>
          <a:spcPts val="1400"/>
        </a:spcBef>
        <a:buClr>
          <a:schemeClr val="bg2"/>
        </a:buClr>
        <a:buSzPct val="100000"/>
        <a:buFont typeface="Arial" pitchFamily="34" charset="0"/>
        <a:buChar char="■"/>
        <a:defRPr sz="1600" kern="1200">
          <a:solidFill>
            <a:schemeClr val="tx1"/>
          </a:solidFill>
          <a:latin typeface="+mj-lt"/>
          <a:ea typeface="맑은 고딕" panose="020B0503020000020004" pitchFamily="50" charset="-127"/>
          <a:cs typeface="Arial" pitchFamily="34" charset="0"/>
        </a:defRPr>
      </a:lvl1pPr>
      <a:lvl2pPr marL="310896" indent="-128016" algn="l" defTabSz="914400" rtl="0" eaLnBrk="1" latinLnBrk="1" hangingPunct="1">
        <a:lnSpc>
          <a:spcPct val="90000"/>
        </a:lnSpc>
        <a:spcBef>
          <a:spcPts val="900"/>
        </a:spcBef>
        <a:buClr>
          <a:schemeClr val="bg2"/>
        </a:buClr>
        <a:buFont typeface="Arial" pitchFamily="34" charset="0"/>
        <a:buChar char="•"/>
        <a:defRPr sz="1600" kern="1200">
          <a:solidFill>
            <a:schemeClr val="tx1"/>
          </a:solidFill>
          <a:latin typeface="+mj-lt"/>
          <a:ea typeface="맑은 고딕" panose="020B0503020000020004" pitchFamily="50" charset="-127"/>
          <a:cs typeface="Arial" pitchFamily="34" charset="0"/>
        </a:defRPr>
      </a:lvl2pPr>
      <a:lvl3pPr marL="489600" indent="-180000" algn="l" defTabSz="914400" rtl="0" eaLnBrk="1" latinLnBrk="1" hangingPunct="1">
        <a:lnSpc>
          <a:spcPct val="90000"/>
        </a:lnSpc>
        <a:spcBef>
          <a:spcPts val="600"/>
        </a:spcBef>
        <a:buClr>
          <a:schemeClr val="bg2"/>
        </a:buClr>
        <a:buFont typeface="Arial" pitchFamily="34" charset="0"/>
        <a:buChar char="–"/>
        <a:defRPr sz="1600" kern="1200">
          <a:solidFill>
            <a:schemeClr val="tx1"/>
          </a:solidFill>
          <a:latin typeface="+mj-lt"/>
          <a:ea typeface="맑은 고딕" panose="020B0503020000020004" pitchFamily="50" charset="-127"/>
          <a:cs typeface="Arial" pitchFamily="34" charset="0"/>
        </a:defRPr>
      </a:lvl3pPr>
      <a:lvl4pPr marL="633600" indent="-137160" algn="l" defTabSz="914400" rtl="0" eaLnBrk="1" latinLnBrk="1" hangingPunct="1">
        <a:lnSpc>
          <a:spcPct val="90000"/>
        </a:lnSpc>
        <a:spcBef>
          <a:spcPts val="200"/>
        </a:spcBef>
        <a:buClr>
          <a:schemeClr val="bg2"/>
        </a:buClr>
        <a:buFont typeface="Arial" pitchFamily="34" charset="0"/>
        <a:buChar char="-"/>
        <a:defRPr sz="1600" kern="1200">
          <a:solidFill>
            <a:schemeClr val="tx1"/>
          </a:solidFill>
          <a:latin typeface="+mj-lt"/>
          <a:ea typeface="맑은 고딕" panose="020B0503020000020004" pitchFamily="50" charset="-127"/>
          <a:cs typeface="Arial" pitchFamily="34" charset="0"/>
        </a:defRPr>
      </a:lvl4pPr>
      <a:lvl5pPr marL="770400" indent="-136800" algn="l" defTabSz="914400" rtl="0" eaLnBrk="1" latinLnBrk="1" hangingPunct="1">
        <a:lnSpc>
          <a:spcPct val="90000"/>
        </a:lnSpc>
        <a:spcBef>
          <a:spcPts val="100"/>
        </a:spcBef>
        <a:buClr>
          <a:schemeClr val="bg2"/>
        </a:buClr>
        <a:buFont typeface="Arial" pitchFamily="34" charset="0"/>
        <a:buChar char="-"/>
        <a:defRPr sz="1600" kern="1200">
          <a:solidFill>
            <a:schemeClr val="tx1"/>
          </a:solidFill>
          <a:latin typeface="+mj-lt"/>
          <a:ea typeface="맑은 고딕" panose="020B0503020000020004" pitchFamily="50" charset="-127"/>
          <a:cs typeface="Arial" pitchFamily="34" charset="0"/>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26">
          <p15:clr>
            <a:srgbClr val="FF9696"/>
          </p15:clr>
        </p15:guide>
        <p15:guide id="2" orient="horz" pos="1298">
          <p15:clr>
            <a:srgbClr val="FF9696"/>
          </p15:clr>
        </p15:guide>
        <p15:guide id="3" orient="horz" pos="1548">
          <p15:clr>
            <a:srgbClr val="FF9696"/>
          </p15:clr>
        </p15:guide>
        <p15:guide id="4" orient="horz" pos="3566">
          <p15:clr>
            <a:srgbClr val="FF9696"/>
          </p15:clr>
        </p15:guide>
        <p15:guide id="5" orient="horz" pos="3997">
          <p15:clr>
            <a:srgbClr val="FF9696"/>
          </p15:clr>
        </p15:guide>
        <p15:guide id="6" orient="horz" pos="4247">
          <p15:clr>
            <a:srgbClr val="FF9696"/>
          </p15:clr>
        </p15:guide>
        <p15:guide id="7" pos="158">
          <p15:clr>
            <a:srgbClr val="FF9696"/>
          </p15:clr>
        </p15:guide>
        <p15:guide id="8" pos="2652">
          <p15:clr>
            <a:srgbClr val="FF9696"/>
          </p15:clr>
        </p15:guide>
        <p15:guide id="9" pos="2881">
          <p15:clr>
            <a:srgbClr val="FF9696"/>
          </p15:clr>
        </p15:guide>
        <p15:guide id="10" pos="3107">
          <p15:clr>
            <a:srgbClr val="FF9696"/>
          </p15:clr>
        </p15:guide>
        <p15:guide id="11" pos="5602">
          <p15:clr>
            <a:srgbClr val="FF9696"/>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제목 개체 틀 1"/>
          <p:cNvSpPr>
            <a:spLocks noGrp="1"/>
          </p:cNvSpPr>
          <p:nvPr>
            <p:ph type="title"/>
          </p:nvPr>
        </p:nvSpPr>
        <p:spPr bwMode="auto">
          <a:xfrm>
            <a:off x="495300" y="274638"/>
            <a:ext cx="8915400" cy="1143000"/>
          </a:xfrm>
          <a:prstGeom prst="rect">
            <a:avLst/>
          </a:prstGeom>
          <a:noFill/>
          <a:ln w="9525">
            <a:noFill/>
            <a:miter lim="800000"/>
            <a:headEnd/>
            <a:tailEnd/>
          </a:ln>
        </p:spPr>
        <p:txBody>
          <a:bodyPr vert="horz" wrap="square" lIns="95784" tIns="47892" rIns="95784" bIns="47892" numCol="1" anchor="ctr" anchorCtr="0" compatLnSpc="1">
            <a:prstTxWarp prst="textNoShape">
              <a:avLst/>
            </a:prstTxWarp>
          </a:bodyPr>
          <a:lstStyle/>
          <a:p>
            <a:pPr lvl="0"/>
            <a:r>
              <a:rPr lang="ko-KR" altLang="en-US"/>
              <a:t>마스터 제목 스타일 편집</a:t>
            </a:r>
          </a:p>
        </p:txBody>
      </p:sp>
      <p:sp>
        <p:nvSpPr>
          <p:cNvPr id="1027" name="텍스트 개체 틀 2"/>
          <p:cNvSpPr>
            <a:spLocks noGrp="1"/>
          </p:cNvSpPr>
          <p:nvPr>
            <p:ph type="body" idx="1"/>
          </p:nvPr>
        </p:nvSpPr>
        <p:spPr bwMode="auto">
          <a:xfrm>
            <a:off x="495300" y="1600206"/>
            <a:ext cx="8915400" cy="4525963"/>
          </a:xfrm>
          <a:prstGeom prst="rect">
            <a:avLst/>
          </a:prstGeom>
          <a:noFill/>
          <a:ln w="9525">
            <a:noFill/>
            <a:miter lim="800000"/>
            <a:headEnd/>
            <a:tailEnd/>
          </a:ln>
        </p:spPr>
        <p:txBody>
          <a:bodyPr vert="horz" wrap="square" lIns="95784" tIns="47892" rIns="95784" bIns="47892"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495300" y="6356396"/>
            <a:ext cx="2311400" cy="365125"/>
          </a:xfrm>
          <a:prstGeom prst="rect">
            <a:avLst/>
          </a:prstGeom>
        </p:spPr>
        <p:txBody>
          <a:bodyPr vert="horz" lIns="95784" tIns="47892" rIns="95784" bIns="47892" rtlCol="0" anchor="ctr"/>
          <a:lstStyle>
            <a:lvl1pPr algn="l" defTabSz="957838" fontAlgn="auto">
              <a:spcBef>
                <a:spcPts val="0"/>
              </a:spcBef>
              <a:spcAft>
                <a:spcPts val="0"/>
              </a:spcAft>
              <a:defRPr kumimoji="0" sz="1300" b="0">
                <a:solidFill>
                  <a:schemeClr val="tx1">
                    <a:tint val="75000"/>
                  </a:schemeClr>
                </a:solidFill>
                <a:latin typeface="+mn-lt"/>
                <a:ea typeface="+mn-ea"/>
              </a:defRPr>
            </a:lvl1pPr>
          </a:lstStyle>
          <a:p>
            <a:pPr>
              <a:defRPr/>
            </a:pPr>
            <a:fld id="{A685AB9F-210F-40D4-B907-D26D4F7FB896}" type="datetime1">
              <a:rPr lang="ko-KR" altLang="en-US">
                <a:solidFill>
                  <a:prstClr val="black">
                    <a:tint val="75000"/>
                  </a:prstClr>
                </a:solidFill>
              </a:rPr>
              <a:pPr>
                <a:defRPr/>
              </a:pPr>
              <a:t>2026. 3. 25.</a:t>
            </a:fld>
            <a:endParaRPr lang="ko-KR" altLang="en-US">
              <a:solidFill>
                <a:prstClr val="black">
                  <a:tint val="75000"/>
                </a:prstClr>
              </a:solidFill>
            </a:endParaRPr>
          </a:p>
        </p:txBody>
      </p:sp>
      <p:sp>
        <p:nvSpPr>
          <p:cNvPr id="5" name="바닥글 개체 틀 4"/>
          <p:cNvSpPr>
            <a:spLocks noGrp="1"/>
          </p:cNvSpPr>
          <p:nvPr>
            <p:ph type="ftr" sz="quarter" idx="3"/>
          </p:nvPr>
        </p:nvSpPr>
        <p:spPr>
          <a:xfrm>
            <a:off x="3384550" y="6356396"/>
            <a:ext cx="3136900" cy="365125"/>
          </a:xfrm>
          <a:prstGeom prst="rect">
            <a:avLst/>
          </a:prstGeom>
        </p:spPr>
        <p:txBody>
          <a:bodyPr vert="horz" wrap="square" lIns="95784" tIns="47892" rIns="95784" bIns="47892" numCol="1" anchor="ctr" anchorCtr="0" compatLnSpc="1">
            <a:prstTxWarp prst="textNoShape">
              <a:avLst/>
            </a:prstTxWarp>
          </a:bodyPr>
          <a:lstStyle>
            <a:lvl1pPr algn="ctr">
              <a:defRPr kumimoji="0" sz="1300" b="0">
                <a:solidFill>
                  <a:srgbClr val="898989"/>
                </a:solidFill>
                <a:latin typeface="맑은 고딕" pitchFamily="50" charset="-127"/>
                <a:ea typeface="맑은 고딕" pitchFamily="50" charset="-127"/>
              </a:defRPr>
            </a:lvl1pPr>
          </a:lstStyle>
          <a:p>
            <a:pPr>
              <a:defRPr/>
            </a:pPr>
            <a:endParaRPr lang="en-US" altLang="ko-KR"/>
          </a:p>
        </p:txBody>
      </p:sp>
      <p:sp>
        <p:nvSpPr>
          <p:cNvPr id="6" name="슬라이드 번호 개체 틀 5"/>
          <p:cNvSpPr>
            <a:spLocks noGrp="1"/>
          </p:cNvSpPr>
          <p:nvPr>
            <p:ph type="sldNum" sz="quarter" idx="4"/>
          </p:nvPr>
        </p:nvSpPr>
        <p:spPr>
          <a:xfrm>
            <a:off x="7099300" y="6356396"/>
            <a:ext cx="2311400" cy="365125"/>
          </a:xfrm>
          <a:prstGeom prst="rect">
            <a:avLst/>
          </a:prstGeom>
        </p:spPr>
        <p:txBody>
          <a:bodyPr vert="horz" lIns="95784" tIns="47892" rIns="95784" bIns="47892" rtlCol="0" anchor="ctr"/>
          <a:lstStyle>
            <a:lvl1pPr algn="r" defTabSz="957838" fontAlgn="auto">
              <a:spcBef>
                <a:spcPts val="0"/>
              </a:spcBef>
              <a:spcAft>
                <a:spcPts val="0"/>
              </a:spcAft>
              <a:defRPr kumimoji="0" sz="1300" b="0">
                <a:solidFill>
                  <a:schemeClr val="tx1">
                    <a:tint val="75000"/>
                  </a:schemeClr>
                </a:solidFill>
                <a:latin typeface="+mn-lt"/>
                <a:ea typeface="+mn-ea"/>
              </a:defRPr>
            </a:lvl1pPr>
          </a:lstStyle>
          <a:p>
            <a:pPr>
              <a:defRPr/>
            </a:pPr>
            <a:fld id="{85B47C3B-5CB6-401B-88A3-9782A85D901B}" type="slidenum">
              <a:rPr lang="ko-KR" altLang="en-US">
                <a:solidFill>
                  <a:prstClr val="black">
                    <a:tint val="75000"/>
                  </a:prstClr>
                </a:solidFill>
              </a:rPr>
              <a:pPr>
                <a:defRPr/>
              </a:pPr>
              <a:t>‹#›</a:t>
            </a:fld>
            <a:endParaRPr lang="ko-KR" altLang="en-US">
              <a:solidFill>
                <a:prstClr val="black">
                  <a:tint val="75000"/>
                </a:prstClr>
              </a:solidFill>
            </a:endParaRPr>
          </a:p>
        </p:txBody>
      </p:sp>
    </p:spTree>
    <p:extLst>
      <p:ext uri="{BB962C8B-B14F-4D97-AF65-F5344CB8AC3E}">
        <p14:creationId xmlns:p14="http://schemas.microsoft.com/office/powerpoint/2010/main" val="1253769352"/>
      </p:ext>
    </p:extLst>
  </p:cSld>
  <p:clrMap bg1="lt1" tx1="dk1" bg2="lt2" tx2="dk2" accent1="accent1" accent2="accent2" accent3="accent3" accent4="accent4" accent5="accent5" accent6="accent6" hlink="hlink" folHlink="folHlink"/>
  <p:sldLayoutIdLst>
    <p:sldLayoutId id="2147484011" r:id="rId1"/>
    <p:sldLayoutId id="2147484012" r:id="rId2"/>
    <p:sldLayoutId id="2147484013" r:id="rId3"/>
    <p:sldLayoutId id="2147484014" r:id="rId4"/>
    <p:sldLayoutId id="2147484017" r:id="rId5"/>
    <p:sldLayoutId id="2147484021" r:id="rId6"/>
    <p:sldLayoutId id="2147484022" r:id="rId7"/>
  </p:sldLayoutIdLst>
  <p:hf hdr="0" ftr="0" dt="0"/>
  <p:txStyles>
    <p:titleStyle>
      <a:lvl1pPr algn="ctr" defTabSz="957263" rtl="0" eaLnBrk="0" fontAlgn="base" latinLnBrk="1" hangingPunct="0">
        <a:spcBef>
          <a:spcPct val="0"/>
        </a:spcBef>
        <a:spcAft>
          <a:spcPct val="0"/>
        </a:spcAft>
        <a:defRPr sz="4600" kern="1200">
          <a:solidFill>
            <a:schemeClr val="tx1"/>
          </a:solidFill>
          <a:latin typeface="+mj-lt"/>
          <a:ea typeface="+mj-ea"/>
          <a:cs typeface="+mj-cs"/>
        </a:defRPr>
      </a:lvl1pPr>
      <a:lvl2pPr algn="ctr" defTabSz="957263" rtl="0" eaLnBrk="0" fontAlgn="base" latinLnBrk="1" hangingPunct="0">
        <a:spcBef>
          <a:spcPct val="0"/>
        </a:spcBef>
        <a:spcAft>
          <a:spcPct val="0"/>
        </a:spcAft>
        <a:defRPr sz="4600">
          <a:solidFill>
            <a:schemeClr val="tx1"/>
          </a:solidFill>
          <a:latin typeface="맑은 고딕" pitchFamily="50" charset="-127"/>
          <a:ea typeface="맑은 고딕" pitchFamily="50" charset="-127"/>
        </a:defRPr>
      </a:lvl2pPr>
      <a:lvl3pPr algn="ctr" defTabSz="957263" rtl="0" eaLnBrk="0" fontAlgn="base" latinLnBrk="1" hangingPunct="0">
        <a:spcBef>
          <a:spcPct val="0"/>
        </a:spcBef>
        <a:spcAft>
          <a:spcPct val="0"/>
        </a:spcAft>
        <a:defRPr sz="4600">
          <a:solidFill>
            <a:schemeClr val="tx1"/>
          </a:solidFill>
          <a:latin typeface="맑은 고딕" pitchFamily="50" charset="-127"/>
          <a:ea typeface="맑은 고딕" pitchFamily="50" charset="-127"/>
        </a:defRPr>
      </a:lvl3pPr>
      <a:lvl4pPr algn="ctr" defTabSz="957263" rtl="0" eaLnBrk="0" fontAlgn="base" latinLnBrk="1" hangingPunct="0">
        <a:spcBef>
          <a:spcPct val="0"/>
        </a:spcBef>
        <a:spcAft>
          <a:spcPct val="0"/>
        </a:spcAft>
        <a:defRPr sz="4600">
          <a:solidFill>
            <a:schemeClr val="tx1"/>
          </a:solidFill>
          <a:latin typeface="맑은 고딕" pitchFamily="50" charset="-127"/>
          <a:ea typeface="맑은 고딕" pitchFamily="50" charset="-127"/>
        </a:defRPr>
      </a:lvl4pPr>
      <a:lvl5pPr algn="ctr" defTabSz="957263" rtl="0" eaLnBrk="0" fontAlgn="base" latinLnBrk="1" hangingPunct="0">
        <a:spcBef>
          <a:spcPct val="0"/>
        </a:spcBef>
        <a:spcAft>
          <a:spcPct val="0"/>
        </a:spcAft>
        <a:defRPr sz="4600">
          <a:solidFill>
            <a:schemeClr val="tx1"/>
          </a:solidFill>
          <a:latin typeface="맑은 고딕" pitchFamily="50" charset="-127"/>
          <a:ea typeface="맑은 고딕" pitchFamily="50" charset="-127"/>
        </a:defRPr>
      </a:lvl5pPr>
      <a:lvl6pPr marL="419847" algn="ctr" defTabSz="957776" rtl="0" fontAlgn="base" latinLnBrk="1">
        <a:spcBef>
          <a:spcPct val="0"/>
        </a:spcBef>
        <a:spcAft>
          <a:spcPct val="0"/>
        </a:spcAft>
        <a:defRPr sz="4600">
          <a:solidFill>
            <a:schemeClr val="tx1"/>
          </a:solidFill>
          <a:latin typeface="맑은 고딕" pitchFamily="50" charset="-127"/>
          <a:ea typeface="맑은 고딕" pitchFamily="50" charset="-127"/>
        </a:defRPr>
      </a:lvl6pPr>
      <a:lvl7pPr marL="839694" algn="ctr" defTabSz="957776" rtl="0" fontAlgn="base" latinLnBrk="1">
        <a:spcBef>
          <a:spcPct val="0"/>
        </a:spcBef>
        <a:spcAft>
          <a:spcPct val="0"/>
        </a:spcAft>
        <a:defRPr sz="4600">
          <a:solidFill>
            <a:schemeClr val="tx1"/>
          </a:solidFill>
          <a:latin typeface="맑은 고딕" pitchFamily="50" charset="-127"/>
          <a:ea typeface="맑은 고딕" pitchFamily="50" charset="-127"/>
        </a:defRPr>
      </a:lvl7pPr>
      <a:lvl8pPr marL="1259540" algn="ctr" defTabSz="957776" rtl="0" fontAlgn="base" latinLnBrk="1">
        <a:spcBef>
          <a:spcPct val="0"/>
        </a:spcBef>
        <a:spcAft>
          <a:spcPct val="0"/>
        </a:spcAft>
        <a:defRPr sz="4600">
          <a:solidFill>
            <a:schemeClr val="tx1"/>
          </a:solidFill>
          <a:latin typeface="맑은 고딕" pitchFamily="50" charset="-127"/>
          <a:ea typeface="맑은 고딕" pitchFamily="50" charset="-127"/>
        </a:defRPr>
      </a:lvl8pPr>
      <a:lvl9pPr marL="1679387" algn="ctr" defTabSz="957776" rtl="0" fontAlgn="base" latinLnBrk="1">
        <a:spcBef>
          <a:spcPct val="0"/>
        </a:spcBef>
        <a:spcAft>
          <a:spcPct val="0"/>
        </a:spcAft>
        <a:defRPr sz="4600">
          <a:solidFill>
            <a:schemeClr val="tx1"/>
          </a:solidFill>
          <a:latin typeface="맑은 고딕" pitchFamily="50" charset="-127"/>
          <a:ea typeface="맑은 고딕" pitchFamily="50" charset="-127"/>
        </a:defRPr>
      </a:lvl9pPr>
    </p:titleStyle>
    <p:bodyStyle>
      <a:lvl1pPr marL="357188" indent="-357188" algn="l" defTabSz="957263" rtl="0" eaLnBrk="0" fontAlgn="base" latinLnBrk="1" hangingPunct="0">
        <a:spcBef>
          <a:spcPct val="20000"/>
        </a:spcBef>
        <a:spcAft>
          <a:spcPct val="0"/>
        </a:spcAft>
        <a:buFont typeface="Arial" charset="0"/>
        <a:buChar char="•"/>
        <a:defRPr sz="3400" kern="1200">
          <a:solidFill>
            <a:schemeClr val="tx1"/>
          </a:solidFill>
          <a:latin typeface="+mn-lt"/>
          <a:ea typeface="+mn-ea"/>
          <a:cs typeface="+mn-cs"/>
        </a:defRPr>
      </a:lvl1pPr>
      <a:lvl2pPr marL="776288" indent="-298450" algn="l" defTabSz="957263" rtl="0" eaLnBrk="0" fontAlgn="base" latinLnBrk="1" hangingPunct="0">
        <a:spcBef>
          <a:spcPct val="20000"/>
        </a:spcBef>
        <a:spcAft>
          <a:spcPct val="0"/>
        </a:spcAft>
        <a:buFont typeface="Arial" charset="0"/>
        <a:buChar char="–"/>
        <a:defRPr sz="2900" kern="1200">
          <a:solidFill>
            <a:schemeClr val="tx1"/>
          </a:solidFill>
          <a:latin typeface="+mn-lt"/>
          <a:ea typeface="+mn-ea"/>
          <a:cs typeface="+mn-cs"/>
        </a:defRPr>
      </a:lvl2pPr>
      <a:lvl3pPr marL="1195388" indent="-238125" algn="l" defTabSz="957263" rtl="0" eaLnBrk="0" fontAlgn="base" latinLnBrk="1" hangingPunct="0">
        <a:spcBef>
          <a:spcPct val="20000"/>
        </a:spcBef>
        <a:spcAft>
          <a:spcPct val="0"/>
        </a:spcAft>
        <a:buFont typeface="Arial" charset="0"/>
        <a:buChar char="•"/>
        <a:defRPr sz="2500" kern="1200">
          <a:solidFill>
            <a:schemeClr val="tx1"/>
          </a:solidFill>
          <a:latin typeface="+mn-lt"/>
          <a:ea typeface="+mn-ea"/>
          <a:cs typeface="+mn-cs"/>
        </a:defRPr>
      </a:lvl3pPr>
      <a:lvl4pPr marL="1674813" indent="-238125" algn="l" defTabSz="957263" rtl="0" eaLnBrk="0" fontAlgn="base" latinLnBrk="1" hangingPunct="0">
        <a:spcBef>
          <a:spcPct val="20000"/>
        </a:spcBef>
        <a:spcAft>
          <a:spcPct val="0"/>
        </a:spcAft>
        <a:buFont typeface="Arial" charset="0"/>
        <a:buChar char="–"/>
        <a:defRPr sz="2100" kern="1200">
          <a:solidFill>
            <a:schemeClr val="tx1"/>
          </a:solidFill>
          <a:latin typeface="+mn-lt"/>
          <a:ea typeface="+mn-ea"/>
          <a:cs typeface="+mn-cs"/>
        </a:defRPr>
      </a:lvl4pPr>
      <a:lvl5pPr marL="2154238" indent="-238125" algn="l" defTabSz="957263" rtl="0" eaLnBrk="0" fontAlgn="base" latinLnBrk="1" hangingPunct="0">
        <a:spcBef>
          <a:spcPct val="20000"/>
        </a:spcBef>
        <a:spcAft>
          <a:spcPct val="0"/>
        </a:spcAft>
        <a:buFont typeface="Arial" charset="0"/>
        <a:buChar char="»"/>
        <a:defRPr sz="2100" kern="1200">
          <a:solidFill>
            <a:schemeClr val="tx1"/>
          </a:solidFill>
          <a:latin typeface="+mn-lt"/>
          <a:ea typeface="+mn-ea"/>
          <a:cs typeface="+mn-cs"/>
        </a:defRPr>
      </a:lvl5pPr>
      <a:lvl6pPr marL="2634055" indent="-239460" algn="l" defTabSz="957838" rtl="0" eaLnBrk="1" latinLnBrk="1" hangingPunct="1">
        <a:spcBef>
          <a:spcPct val="20000"/>
        </a:spcBef>
        <a:buFont typeface="Arial" pitchFamily="34" charset="0"/>
        <a:buChar char="•"/>
        <a:defRPr sz="2100" kern="1200">
          <a:solidFill>
            <a:schemeClr val="tx1"/>
          </a:solidFill>
          <a:latin typeface="+mn-lt"/>
          <a:ea typeface="+mn-ea"/>
          <a:cs typeface="+mn-cs"/>
        </a:defRPr>
      </a:lvl6pPr>
      <a:lvl7pPr marL="3112975" indent="-239460" algn="l" defTabSz="957838" rtl="0" eaLnBrk="1" latinLnBrk="1" hangingPunct="1">
        <a:spcBef>
          <a:spcPct val="20000"/>
        </a:spcBef>
        <a:buFont typeface="Arial" pitchFamily="34" charset="0"/>
        <a:buChar char="•"/>
        <a:defRPr sz="2100" kern="1200">
          <a:solidFill>
            <a:schemeClr val="tx1"/>
          </a:solidFill>
          <a:latin typeface="+mn-lt"/>
          <a:ea typeface="+mn-ea"/>
          <a:cs typeface="+mn-cs"/>
        </a:defRPr>
      </a:lvl7pPr>
      <a:lvl8pPr marL="3591894" indent="-239460" algn="l" defTabSz="957838" rtl="0" eaLnBrk="1" latinLnBrk="1" hangingPunct="1">
        <a:spcBef>
          <a:spcPct val="20000"/>
        </a:spcBef>
        <a:buFont typeface="Arial" pitchFamily="34" charset="0"/>
        <a:buChar char="•"/>
        <a:defRPr sz="2100" kern="1200">
          <a:solidFill>
            <a:schemeClr val="tx1"/>
          </a:solidFill>
          <a:latin typeface="+mn-lt"/>
          <a:ea typeface="+mn-ea"/>
          <a:cs typeface="+mn-cs"/>
        </a:defRPr>
      </a:lvl8pPr>
      <a:lvl9pPr marL="4070813" indent="-239460" algn="l" defTabSz="957838" rtl="0" eaLnBrk="1" latinLnBrk="1" hangingPunct="1">
        <a:spcBef>
          <a:spcPct val="20000"/>
        </a:spcBef>
        <a:buFont typeface="Arial" pitchFamily="34" charset="0"/>
        <a:buChar char="•"/>
        <a:defRPr sz="2100" kern="1200">
          <a:solidFill>
            <a:schemeClr val="tx1"/>
          </a:solidFill>
          <a:latin typeface="+mn-lt"/>
          <a:ea typeface="+mn-ea"/>
          <a:cs typeface="+mn-cs"/>
        </a:defRPr>
      </a:lvl9pPr>
    </p:bodyStyle>
    <p:otherStyle>
      <a:defPPr>
        <a:defRPr lang="ko-KR"/>
      </a:defPPr>
      <a:lvl1pPr marL="0" algn="l" defTabSz="957838" rtl="0" eaLnBrk="1" latinLnBrk="1" hangingPunct="1">
        <a:defRPr sz="1900" kern="1200">
          <a:solidFill>
            <a:schemeClr val="tx1"/>
          </a:solidFill>
          <a:latin typeface="+mn-lt"/>
          <a:ea typeface="+mn-ea"/>
          <a:cs typeface="+mn-cs"/>
        </a:defRPr>
      </a:lvl1pPr>
      <a:lvl2pPr marL="478919" algn="l" defTabSz="957838" rtl="0" eaLnBrk="1" latinLnBrk="1" hangingPunct="1">
        <a:defRPr sz="1900" kern="1200">
          <a:solidFill>
            <a:schemeClr val="tx1"/>
          </a:solidFill>
          <a:latin typeface="+mn-lt"/>
          <a:ea typeface="+mn-ea"/>
          <a:cs typeface="+mn-cs"/>
        </a:defRPr>
      </a:lvl2pPr>
      <a:lvl3pPr marL="957838" algn="l" defTabSz="957838" rtl="0" eaLnBrk="1" latinLnBrk="1" hangingPunct="1">
        <a:defRPr sz="1900" kern="1200">
          <a:solidFill>
            <a:schemeClr val="tx1"/>
          </a:solidFill>
          <a:latin typeface="+mn-lt"/>
          <a:ea typeface="+mn-ea"/>
          <a:cs typeface="+mn-cs"/>
        </a:defRPr>
      </a:lvl3pPr>
      <a:lvl4pPr marL="1436757" algn="l" defTabSz="957838" rtl="0" eaLnBrk="1" latinLnBrk="1" hangingPunct="1">
        <a:defRPr sz="1900" kern="1200">
          <a:solidFill>
            <a:schemeClr val="tx1"/>
          </a:solidFill>
          <a:latin typeface="+mn-lt"/>
          <a:ea typeface="+mn-ea"/>
          <a:cs typeface="+mn-cs"/>
        </a:defRPr>
      </a:lvl4pPr>
      <a:lvl5pPr marL="1915677" algn="l" defTabSz="957838" rtl="0" eaLnBrk="1" latinLnBrk="1" hangingPunct="1">
        <a:defRPr sz="1900" kern="1200">
          <a:solidFill>
            <a:schemeClr val="tx1"/>
          </a:solidFill>
          <a:latin typeface="+mn-lt"/>
          <a:ea typeface="+mn-ea"/>
          <a:cs typeface="+mn-cs"/>
        </a:defRPr>
      </a:lvl5pPr>
      <a:lvl6pPr marL="2394596" algn="l" defTabSz="957838" rtl="0" eaLnBrk="1" latinLnBrk="1" hangingPunct="1">
        <a:defRPr sz="1900" kern="1200">
          <a:solidFill>
            <a:schemeClr val="tx1"/>
          </a:solidFill>
          <a:latin typeface="+mn-lt"/>
          <a:ea typeface="+mn-ea"/>
          <a:cs typeface="+mn-cs"/>
        </a:defRPr>
      </a:lvl6pPr>
      <a:lvl7pPr marL="2873515" algn="l" defTabSz="957838" rtl="0" eaLnBrk="1" latinLnBrk="1" hangingPunct="1">
        <a:defRPr sz="1900" kern="1200">
          <a:solidFill>
            <a:schemeClr val="tx1"/>
          </a:solidFill>
          <a:latin typeface="+mn-lt"/>
          <a:ea typeface="+mn-ea"/>
          <a:cs typeface="+mn-cs"/>
        </a:defRPr>
      </a:lvl7pPr>
      <a:lvl8pPr marL="3352434" algn="l" defTabSz="957838" rtl="0" eaLnBrk="1" latinLnBrk="1" hangingPunct="1">
        <a:defRPr sz="1900" kern="1200">
          <a:solidFill>
            <a:schemeClr val="tx1"/>
          </a:solidFill>
          <a:latin typeface="+mn-lt"/>
          <a:ea typeface="+mn-ea"/>
          <a:cs typeface="+mn-cs"/>
        </a:defRPr>
      </a:lvl8pPr>
      <a:lvl9pPr marL="3831353" algn="l" defTabSz="957838" rtl="0" eaLnBrk="1" latinLnBrk="1"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package" Target="../embeddings/Microsoft_Excel_____.xlsx"/><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openxmlformats.org/officeDocument/2006/relationships/image" Target="../media/image11.w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p:cNvSpPr>
            <a:spLocks noGrp="1"/>
          </p:cNvSpPr>
          <p:nvPr>
            <p:ph type="body" sz="quarter" idx="4294967295"/>
          </p:nvPr>
        </p:nvSpPr>
        <p:spPr>
          <a:xfrm>
            <a:off x="1208782" y="3645024"/>
            <a:ext cx="2952130" cy="1008112"/>
          </a:xfrm>
        </p:spPr>
        <p:txBody>
          <a:bodyPr/>
          <a:lstStyle/>
          <a:p>
            <a:pPr marL="0" indent="0">
              <a:buNone/>
            </a:pPr>
            <a:r>
              <a:rPr lang="ko-KR" altLang="en-US" sz="1800" b="1" dirty="0">
                <a:solidFill>
                  <a:schemeClr val="tx1">
                    <a:lumMod val="65000"/>
                    <a:lumOff val="35000"/>
                  </a:schemeClr>
                </a:solidFill>
                <a:latin typeface="+mn-ea"/>
              </a:rPr>
              <a:t>미래기획실 </a:t>
            </a:r>
            <a:r>
              <a:rPr lang="ko-KR" altLang="en-US" sz="1800" b="1" dirty="0" err="1">
                <a:solidFill>
                  <a:schemeClr val="tx1">
                    <a:lumMod val="65000"/>
                    <a:lumOff val="35000"/>
                  </a:schemeClr>
                </a:solidFill>
                <a:latin typeface="+mn-ea"/>
              </a:rPr>
              <a:t>인재경영팀</a:t>
            </a:r>
            <a:endParaRPr lang="ko-KR" altLang="en-US" sz="1800" b="1" dirty="0">
              <a:solidFill>
                <a:schemeClr val="tx1">
                  <a:lumMod val="65000"/>
                  <a:lumOff val="35000"/>
                </a:schemeClr>
              </a:solidFill>
              <a:latin typeface="+mn-ea"/>
            </a:endParaRPr>
          </a:p>
        </p:txBody>
      </p:sp>
      <p:sp>
        <p:nvSpPr>
          <p:cNvPr id="4" name="직사각형 3"/>
          <p:cNvSpPr>
            <a:spLocks noChangeArrowheads="1"/>
          </p:cNvSpPr>
          <p:nvPr/>
        </p:nvSpPr>
        <p:spPr bwMode="auto">
          <a:xfrm>
            <a:off x="1137717" y="2833772"/>
            <a:ext cx="6407571" cy="523220"/>
          </a:xfrm>
          <a:prstGeom prst="rect">
            <a:avLst/>
          </a:prstGeom>
          <a:noFill/>
          <a:ln w="9525">
            <a:noFill/>
            <a:miter lim="800000"/>
            <a:headEnd/>
            <a:tailEnd/>
          </a:ln>
        </p:spPr>
        <p:txBody>
          <a:bodyPr wrap="square">
            <a:spAutoFit/>
          </a:bodyPr>
          <a:lstStyle/>
          <a:p>
            <a:pPr>
              <a:spcBef>
                <a:spcPts val="600"/>
              </a:spcBef>
            </a:pPr>
            <a:r>
              <a:rPr lang="ko-KR" altLang="en-US" sz="2800" dirty="0" err="1">
                <a:latin typeface="+mn-ea"/>
                <a:ea typeface="+mn-ea"/>
              </a:rPr>
              <a:t>센트랄그룹</a:t>
            </a:r>
            <a:r>
              <a:rPr lang="ko-KR" altLang="en-US" sz="2800" dirty="0">
                <a:latin typeface="+mn-ea"/>
                <a:ea typeface="+mn-ea"/>
              </a:rPr>
              <a:t> 성희롱 사건처리 매뉴얼</a:t>
            </a:r>
            <a:endParaRPr lang="en-US" altLang="ko-KR" sz="2800" dirty="0">
              <a:latin typeface="+mn-ea"/>
              <a:ea typeface="+mn-ea"/>
            </a:endParaRPr>
          </a:p>
        </p:txBody>
      </p:sp>
    </p:spTree>
    <p:extLst>
      <p:ext uri="{BB962C8B-B14F-4D97-AF65-F5344CB8AC3E}">
        <p14:creationId xmlns:p14="http://schemas.microsoft.com/office/powerpoint/2010/main" val="3339200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txBox="1">
            <a:spLocks/>
          </p:cNvSpPr>
          <p:nvPr/>
        </p:nvSpPr>
        <p:spPr bwMode="auto">
          <a:xfrm>
            <a:off x="223928" y="175967"/>
            <a:ext cx="4873088" cy="506486"/>
          </a:xfrm>
          <a:prstGeom prst="rect">
            <a:avLst/>
          </a:prstGeom>
          <a:noFill/>
          <a:ln w="9525">
            <a:noFill/>
            <a:miter lim="800000"/>
            <a:headEnd/>
            <a:tailEnd/>
          </a:ln>
        </p:spPr>
        <p:txBody>
          <a:bodyPr vert="horz" wrap="square" lIns="95784" tIns="47892" rIns="95784" bIns="47892" numCol="1" rtlCol="0" anchor="ctr" anchorCtr="0" compatLnSpc="1">
            <a:prstTxWarp prst="textNoShape">
              <a:avLst/>
            </a:prstTxWarp>
            <a:normAutofit/>
          </a:bodyPr>
          <a:lstStyle>
            <a:lvl1pPr algn="ctr" defTabSz="957263" rtl="0" eaLnBrk="0" fontAlgn="base" latinLnBrk="1" hangingPunct="0">
              <a:spcBef>
                <a:spcPct val="0"/>
              </a:spcBef>
              <a:spcAft>
                <a:spcPct val="0"/>
              </a:spcAft>
              <a:defRPr sz="2400" kern="1200">
                <a:solidFill>
                  <a:schemeClr val="tx1"/>
                </a:solidFill>
                <a:latin typeface="+mj-lt"/>
                <a:ea typeface="+mj-ea"/>
                <a:cs typeface="+mj-cs"/>
              </a:defRPr>
            </a:lvl1pPr>
            <a:lvl2pPr algn="ctr" defTabSz="957263" rtl="0" eaLnBrk="0" fontAlgn="base" latinLnBrk="1" hangingPunct="0">
              <a:spcBef>
                <a:spcPct val="0"/>
              </a:spcBef>
              <a:spcAft>
                <a:spcPct val="0"/>
              </a:spcAft>
              <a:defRPr sz="4600">
                <a:solidFill>
                  <a:schemeClr val="tx1"/>
                </a:solidFill>
                <a:latin typeface="맑은 고딕" pitchFamily="50" charset="-127"/>
                <a:ea typeface="맑은 고딕" pitchFamily="50" charset="-127"/>
              </a:defRPr>
            </a:lvl2pPr>
            <a:lvl3pPr algn="ctr" defTabSz="957263" rtl="0" eaLnBrk="0" fontAlgn="base" latinLnBrk="1" hangingPunct="0">
              <a:spcBef>
                <a:spcPct val="0"/>
              </a:spcBef>
              <a:spcAft>
                <a:spcPct val="0"/>
              </a:spcAft>
              <a:defRPr sz="4600">
                <a:solidFill>
                  <a:schemeClr val="tx1"/>
                </a:solidFill>
                <a:latin typeface="맑은 고딕" pitchFamily="50" charset="-127"/>
                <a:ea typeface="맑은 고딕" pitchFamily="50" charset="-127"/>
              </a:defRPr>
            </a:lvl3pPr>
            <a:lvl4pPr algn="ctr" defTabSz="957263" rtl="0" eaLnBrk="0" fontAlgn="base" latinLnBrk="1" hangingPunct="0">
              <a:spcBef>
                <a:spcPct val="0"/>
              </a:spcBef>
              <a:spcAft>
                <a:spcPct val="0"/>
              </a:spcAft>
              <a:defRPr sz="4600">
                <a:solidFill>
                  <a:schemeClr val="tx1"/>
                </a:solidFill>
                <a:latin typeface="맑은 고딕" pitchFamily="50" charset="-127"/>
                <a:ea typeface="맑은 고딕" pitchFamily="50" charset="-127"/>
              </a:defRPr>
            </a:lvl4pPr>
            <a:lvl5pPr algn="ctr" defTabSz="957263" rtl="0" eaLnBrk="0" fontAlgn="base" latinLnBrk="1" hangingPunct="0">
              <a:spcBef>
                <a:spcPct val="0"/>
              </a:spcBef>
              <a:spcAft>
                <a:spcPct val="0"/>
              </a:spcAft>
              <a:defRPr sz="4600">
                <a:solidFill>
                  <a:schemeClr val="tx1"/>
                </a:solidFill>
                <a:latin typeface="맑은 고딕" pitchFamily="50" charset="-127"/>
                <a:ea typeface="맑은 고딕" pitchFamily="50" charset="-127"/>
              </a:defRPr>
            </a:lvl5pPr>
            <a:lvl6pPr marL="419847" algn="ctr" defTabSz="957776" rtl="0" fontAlgn="base" latinLnBrk="1">
              <a:spcBef>
                <a:spcPct val="0"/>
              </a:spcBef>
              <a:spcAft>
                <a:spcPct val="0"/>
              </a:spcAft>
              <a:defRPr sz="4600">
                <a:solidFill>
                  <a:schemeClr val="tx1"/>
                </a:solidFill>
                <a:latin typeface="맑은 고딕" pitchFamily="50" charset="-127"/>
                <a:ea typeface="맑은 고딕" pitchFamily="50" charset="-127"/>
              </a:defRPr>
            </a:lvl6pPr>
            <a:lvl7pPr marL="839694" algn="ctr" defTabSz="957776" rtl="0" fontAlgn="base" latinLnBrk="1">
              <a:spcBef>
                <a:spcPct val="0"/>
              </a:spcBef>
              <a:spcAft>
                <a:spcPct val="0"/>
              </a:spcAft>
              <a:defRPr sz="4600">
                <a:solidFill>
                  <a:schemeClr val="tx1"/>
                </a:solidFill>
                <a:latin typeface="맑은 고딕" pitchFamily="50" charset="-127"/>
                <a:ea typeface="맑은 고딕" pitchFamily="50" charset="-127"/>
              </a:defRPr>
            </a:lvl7pPr>
            <a:lvl8pPr marL="1259540" algn="ctr" defTabSz="957776" rtl="0" fontAlgn="base" latinLnBrk="1">
              <a:spcBef>
                <a:spcPct val="0"/>
              </a:spcBef>
              <a:spcAft>
                <a:spcPct val="0"/>
              </a:spcAft>
              <a:defRPr sz="4600">
                <a:solidFill>
                  <a:schemeClr val="tx1"/>
                </a:solidFill>
                <a:latin typeface="맑은 고딕" pitchFamily="50" charset="-127"/>
                <a:ea typeface="맑은 고딕" pitchFamily="50" charset="-127"/>
              </a:defRPr>
            </a:lvl8pPr>
            <a:lvl9pPr marL="1679387" algn="ctr" defTabSz="957776" rtl="0" fontAlgn="base" latinLnBrk="1">
              <a:spcBef>
                <a:spcPct val="0"/>
              </a:spcBef>
              <a:spcAft>
                <a:spcPct val="0"/>
              </a:spcAft>
              <a:defRPr sz="4600">
                <a:solidFill>
                  <a:schemeClr val="tx1"/>
                </a:solidFill>
                <a:latin typeface="맑은 고딕" pitchFamily="50" charset="-127"/>
                <a:ea typeface="맑은 고딕" pitchFamily="50" charset="-127"/>
              </a:defRPr>
            </a:lvl9pPr>
          </a:lstStyle>
          <a:p>
            <a:pPr algn="l" fontAlgn="auto">
              <a:spcAft>
                <a:spcPts val="0"/>
              </a:spcAft>
              <a:defRPr/>
            </a:pPr>
            <a:r>
              <a:rPr kumimoji="0" lang="ko-KR" altLang="en-US" sz="2000" dirty="0"/>
              <a:t>성희롱 사건처리 매뉴얼</a:t>
            </a:r>
          </a:p>
        </p:txBody>
      </p:sp>
      <p:sp>
        <p:nvSpPr>
          <p:cNvPr id="5" name="모서리가 둥근 직사각형 4"/>
          <p:cNvSpPr/>
          <p:nvPr/>
        </p:nvSpPr>
        <p:spPr>
          <a:xfrm>
            <a:off x="808110" y="938700"/>
            <a:ext cx="2606164" cy="360040"/>
          </a:xfrm>
          <a:prstGeom prst="roundRect">
            <a:avLst>
              <a:gd name="adj" fmla="val 3823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p:cNvSpPr/>
          <p:nvPr/>
        </p:nvSpPr>
        <p:spPr>
          <a:xfrm>
            <a:off x="409529" y="938700"/>
            <a:ext cx="720080" cy="36004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TextBox 6"/>
          <p:cNvSpPr txBox="1"/>
          <p:nvPr/>
        </p:nvSpPr>
        <p:spPr>
          <a:xfrm>
            <a:off x="592086" y="970270"/>
            <a:ext cx="1871025" cy="307777"/>
          </a:xfrm>
          <a:prstGeom prst="rect">
            <a:avLst/>
          </a:prstGeom>
          <a:noFill/>
        </p:spPr>
        <p:txBody>
          <a:bodyPr wrap="none" rtlCol="0">
            <a:spAutoFit/>
          </a:bodyPr>
          <a:lstStyle/>
          <a:p>
            <a:r>
              <a:rPr lang="ko-KR" altLang="en-US" sz="1400" dirty="0">
                <a:latin typeface="+mn-ea"/>
                <a:ea typeface="+mn-ea"/>
              </a:rPr>
              <a:t>  성희롱 관련 법제도</a:t>
            </a:r>
          </a:p>
        </p:txBody>
      </p:sp>
      <p:sp>
        <p:nvSpPr>
          <p:cNvPr id="8" name="직사각형 7"/>
          <p:cNvSpPr/>
          <p:nvPr/>
        </p:nvSpPr>
        <p:spPr>
          <a:xfrm>
            <a:off x="410811" y="941858"/>
            <a:ext cx="291310" cy="356882"/>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a:t>1</a:t>
            </a:r>
            <a:endParaRPr lang="ko-KR" altLang="en-US" sz="1400" dirty="0"/>
          </a:p>
        </p:txBody>
      </p:sp>
      <p:sp>
        <p:nvSpPr>
          <p:cNvPr id="9" name="직사각형 8"/>
          <p:cNvSpPr/>
          <p:nvPr/>
        </p:nvSpPr>
        <p:spPr>
          <a:xfrm>
            <a:off x="449321" y="1370748"/>
            <a:ext cx="9184199"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r>
              <a:rPr lang="ko-KR" altLang="en-US" sz="1200" b="0" dirty="0">
                <a:solidFill>
                  <a:schemeClr val="tx1"/>
                </a:solidFill>
              </a:rPr>
              <a:t>○</a:t>
            </a:r>
            <a:r>
              <a:rPr lang="en-US" altLang="ko-KR" sz="1200" b="0" dirty="0">
                <a:solidFill>
                  <a:schemeClr val="tx1"/>
                </a:solidFill>
              </a:rPr>
              <a:t> “</a:t>
            </a:r>
            <a:r>
              <a:rPr lang="ko-KR" altLang="en-US" sz="1200" b="0" dirty="0">
                <a:solidFill>
                  <a:schemeClr val="tx1"/>
                </a:solidFill>
              </a:rPr>
              <a:t>양성평등기본법</a:t>
            </a:r>
            <a:r>
              <a:rPr lang="en-US" altLang="ko-KR" sz="1200" b="0" dirty="0">
                <a:solidFill>
                  <a:schemeClr val="tx1"/>
                </a:solidFill>
              </a:rPr>
              <a:t>”, “</a:t>
            </a:r>
            <a:r>
              <a:rPr lang="ko-KR" altLang="en-US" sz="1200" b="0" dirty="0">
                <a:solidFill>
                  <a:schemeClr val="tx1"/>
                </a:solidFill>
              </a:rPr>
              <a:t>남녀고용평등법</a:t>
            </a:r>
            <a:r>
              <a:rPr lang="en-US" altLang="ko-KR" sz="1200" b="0" dirty="0">
                <a:solidFill>
                  <a:schemeClr val="tx1"/>
                </a:solidFill>
              </a:rPr>
              <a:t>”, “</a:t>
            </a:r>
            <a:r>
              <a:rPr lang="ko-KR" altLang="en-US" sz="1200" b="0" dirty="0">
                <a:solidFill>
                  <a:schemeClr val="tx1"/>
                </a:solidFill>
              </a:rPr>
              <a:t>성폭력범죄의 처벌에 관한 특례법</a:t>
            </a:r>
            <a:r>
              <a:rPr lang="en-US" altLang="ko-KR" sz="1200" b="0" dirty="0">
                <a:solidFill>
                  <a:schemeClr val="tx1"/>
                </a:solidFill>
              </a:rPr>
              <a:t>”, “</a:t>
            </a:r>
            <a:r>
              <a:rPr lang="ko-KR" altLang="en-US" sz="1200" b="0" dirty="0" err="1">
                <a:solidFill>
                  <a:schemeClr val="tx1"/>
                </a:solidFill>
              </a:rPr>
              <a:t>국가인권위원회법</a:t>
            </a:r>
            <a:r>
              <a:rPr lang="en-US" altLang="ko-KR" sz="1200" b="0" dirty="0">
                <a:solidFill>
                  <a:schemeClr val="tx1"/>
                </a:solidFill>
              </a:rPr>
              <a:t>”</a:t>
            </a:r>
            <a:endParaRPr lang="ko-KR" altLang="en-US" sz="1200" u="sng" dirty="0">
              <a:solidFill>
                <a:srgbClr val="FF0000"/>
              </a:solidFill>
            </a:endParaRPr>
          </a:p>
        </p:txBody>
      </p:sp>
      <p:sp>
        <p:nvSpPr>
          <p:cNvPr id="10" name="모서리가 둥근 직사각형 9"/>
          <p:cNvSpPr/>
          <p:nvPr/>
        </p:nvSpPr>
        <p:spPr>
          <a:xfrm>
            <a:off x="834668" y="1874804"/>
            <a:ext cx="2606164" cy="360040"/>
          </a:xfrm>
          <a:prstGeom prst="roundRect">
            <a:avLst>
              <a:gd name="adj" fmla="val 3823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p:cNvSpPr/>
          <p:nvPr/>
        </p:nvSpPr>
        <p:spPr>
          <a:xfrm>
            <a:off x="436087" y="1874804"/>
            <a:ext cx="720080" cy="36004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TextBox 11"/>
          <p:cNvSpPr txBox="1"/>
          <p:nvPr/>
        </p:nvSpPr>
        <p:spPr>
          <a:xfrm>
            <a:off x="618644" y="1906374"/>
            <a:ext cx="2409634" cy="307777"/>
          </a:xfrm>
          <a:prstGeom prst="rect">
            <a:avLst/>
          </a:prstGeom>
          <a:noFill/>
        </p:spPr>
        <p:txBody>
          <a:bodyPr wrap="none" rtlCol="0">
            <a:spAutoFit/>
          </a:bodyPr>
          <a:lstStyle/>
          <a:p>
            <a:r>
              <a:rPr lang="ko-KR" altLang="en-US" sz="1400" dirty="0">
                <a:latin typeface="+mn-ea"/>
                <a:ea typeface="+mn-ea"/>
              </a:rPr>
              <a:t>  성희롱의 개념과 판단기준</a:t>
            </a:r>
          </a:p>
        </p:txBody>
      </p:sp>
      <p:sp>
        <p:nvSpPr>
          <p:cNvPr id="13" name="직사각형 12"/>
          <p:cNvSpPr/>
          <p:nvPr/>
        </p:nvSpPr>
        <p:spPr>
          <a:xfrm>
            <a:off x="437369" y="1877962"/>
            <a:ext cx="291310" cy="356882"/>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a:t>2</a:t>
            </a:r>
            <a:endParaRPr lang="ko-KR" altLang="en-US" sz="1400" dirty="0"/>
          </a:p>
        </p:txBody>
      </p:sp>
      <p:sp>
        <p:nvSpPr>
          <p:cNvPr id="15" name="직사각형 14"/>
          <p:cNvSpPr/>
          <p:nvPr/>
        </p:nvSpPr>
        <p:spPr>
          <a:xfrm>
            <a:off x="449321" y="2348880"/>
            <a:ext cx="9184199"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r>
              <a:rPr lang="ko-KR" altLang="en-US" sz="1200" dirty="0">
                <a:solidFill>
                  <a:schemeClr val="tx1"/>
                </a:solidFill>
              </a:rPr>
              <a:t>○</a:t>
            </a:r>
            <a:r>
              <a:rPr lang="en-US" altLang="ko-KR" sz="1200" dirty="0">
                <a:solidFill>
                  <a:schemeClr val="tx1"/>
                </a:solidFill>
              </a:rPr>
              <a:t> </a:t>
            </a:r>
            <a:r>
              <a:rPr lang="ko-KR" altLang="en-US" sz="1200" dirty="0">
                <a:solidFill>
                  <a:schemeClr val="tx1"/>
                </a:solidFill>
              </a:rPr>
              <a:t>개념</a:t>
            </a:r>
            <a:endParaRPr lang="ko-KR" altLang="en-US" sz="1200" u="sng" dirty="0">
              <a:solidFill>
                <a:srgbClr val="FF0000"/>
              </a:solidFill>
            </a:endParaRPr>
          </a:p>
        </p:txBody>
      </p:sp>
      <p:graphicFrame>
        <p:nvGraphicFramePr>
          <p:cNvPr id="14" name="표 13"/>
          <p:cNvGraphicFramePr>
            <a:graphicFrameLocks noGrp="1"/>
          </p:cNvGraphicFramePr>
          <p:nvPr>
            <p:extLst>
              <p:ext uri="{D42A27DB-BD31-4B8C-83A1-F6EECF244321}">
                <p14:modId xmlns:p14="http://schemas.microsoft.com/office/powerpoint/2010/main" val="1066042701"/>
              </p:ext>
            </p:extLst>
          </p:nvPr>
        </p:nvGraphicFramePr>
        <p:xfrm>
          <a:off x="449319" y="2662556"/>
          <a:ext cx="9184200" cy="1660520"/>
        </p:xfrm>
        <a:graphic>
          <a:graphicData uri="http://schemas.openxmlformats.org/drawingml/2006/table">
            <a:tbl>
              <a:tblPr firstRow="1" bandRow="1">
                <a:tableStyleId>{5C22544A-7EE6-4342-B048-85BDC9FD1C3A}</a:tableStyleId>
              </a:tblPr>
              <a:tblGrid>
                <a:gridCol w="2487457">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1512168">
                  <a:extLst>
                    <a:ext uri="{9D8B030D-6E8A-4147-A177-3AD203B41FA5}">
                      <a16:colId xmlns:a16="http://schemas.microsoft.com/office/drawing/2014/main" val="20002"/>
                    </a:ext>
                  </a:extLst>
                </a:gridCol>
                <a:gridCol w="1296144">
                  <a:extLst>
                    <a:ext uri="{9D8B030D-6E8A-4147-A177-3AD203B41FA5}">
                      <a16:colId xmlns:a16="http://schemas.microsoft.com/office/drawing/2014/main" val="20003"/>
                    </a:ext>
                  </a:extLst>
                </a:gridCol>
                <a:gridCol w="3096343">
                  <a:extLst>
                    <a:ext uri="{9D8B030D-6E8A-4147-A177-3AD203B41FA5}">
                      <a16:colId xmlns:a16="http://schemas.microsoft.com/office/drawing/2014/main" val="20004"/>
                    </a:ext>
                  </a:extLst>
                </a:gridCol>
              </a:tblGrid>
              <a:tr h="364376">
                <a:tc>
                  <a:txBody>
                    <a:bodyPr/>
                    <a:lstStyle/>
                    <a:p>
                      <a:pPr algn="ctr" latinLnBrk="1"/>
                      <a:r>
                        <a:rPr lang="ko-KR" altLang="en-US" sz="1400" dirty="0">
                          <a:solidFill>
                            <a:schemeClr val="bg1"/>
                          </a:solidFill>
                        </a:rPr>
                        <a:t>주체</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latinLnBrk="1"/>
                      <a:r>
                        <a:rPr lang="ko-KR" altLang="en-US" sz="1400" dirty="0">
                          <a:solidFill>
                            <a:schemeClr val="bg1"/>
                          </a:solidFill>
                        </a:rPr>
                        <a:t>객체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latinLnBrk="1"/>
                      <a:r>
                        <a:rPr lang="ko-KR" altLang="en-US" sz="1400" dirty="0">
                          <a:solidFill>
                            <a:schemeClr val="bg1"/>
                          </a:solidFill>
                        </a:rPr>
                        <a:t>행위의 발생</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latinLnBrk="1"/>
                      <a:r>
                        <a:rPr lang="ko-KR" altLang="en-US" sz="1400" dirty="0">
                          <a:solidFill>
                            <a:schemeClr val="bg1"/>
                          </a:solidFill>
                        </a:rPr>
                        <a:t>행위의 방법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latinLnBrk="1"/>
                      <a:r>
                        <a:rPr lang="ko-KR" altLang="en-US" sz="1400" dirty="0">
                          <a:solidFill>
                            <a:schemeClr val="bg1"/>
                          </a:solidFill>
                        </a:rPr>
                        <a:t>행위의 피해</a:t>
                      </a: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extLst>
                  <a:ext uri="{0D108BD9-81ED-4DB2-BD59-A6C34878D82A}">
                    <a16:rowId xmlns:a16="http://schemas.microsoft.com/office/drawing/2014/main" val="10000"/>
                  </a:ext>
                </a:extLst>
              </a:tr>
              <a:tr h="1296144">
                <a:tc>
                  <a:txBody>
                    <a:bodyPr/>
                    <a:lstStyle/>
                    <a:p>
                      <a:pPr latinLnBrk="1"/>
                      <a:r>
                        <a:rPr lang="en-US" altLang="ko-KR" sz="1200" b="0" dirty="0">
                          <a:solidFill>
                            <a:sysClr val="windowText" lastClr="000000"/>
                          </a:solidFill>
                        </a:rPr>
                        <a:t>‘</a:t>
                      </a:r>
                      <a:r>
                        <a:rPr lang="ko-KR" altLang="en-US" sz="1200" b="0" dirty="0">
                          <a:solidFill>
                            <a:sysClr val="windowText" lastClr="000000"/>
                          </a:solidFill>
                        </a:rPr>
                        <a:t>국가기관 등</a:t>
                      </a:r>
                      <a:r>
                        <a:rPr lang="en-US" altLang="ko-KR" sz="1200" b="0" dirty="0">
                          <a:solidFill>
                            <a:sysClr val="windowText" lastClr="000000"/>
                          </a:solidFill>
                        </a:rPr>
                        <a:t>’(</a:t>
                      </a:r>
                      <a:r>
                        <a:rPr lang="ko-KR" altLang="en-US" sz="1200" b="0" dirty="0">
                          <a:solidFill>
                            <a:sysClr val="windowText" lastClr="000000"/>
                          </a:solidFill>
                        </a:rPr>
                        <a:t>국가기간</a:t>
                      </a:r>
                      <a:r>
                        <a:rPr lang="en-US" altLang="ko-KR" sz="1200" b="0" dirty="0">
                          <a:solidFill>
                            <a:sysClr val="windowText" lastClr="000000"/>
                          </a:solidFill>
                        </a:rPr>
                        <a:t>.</a:t>
                      </a:r>
                      <a:r>
                        <a:rPr lang="ko-KR" altLang="en-US" sz="1200" b="0" dirty="0">
                          <a:solidFill>
                            <a:sysClr val="windowText" lastClr="000000"/>
                          </a:solidFill>
                        </a:rPr>
                        <a:t>지방자치단체</a:t>
                      </a:r>
                      <a:r>
                        <a:rPr lang="en-US" altLang="ko-KR" sz="1200" b="0" dirty="0">
                          <a:solidFill>
                            <a:sysClr val="windowText" lastClr="000000"/>
                          </a:solidFill>
                        </a:rPr>
                        <a:t>, </a:t>
                      </a:r>
                      <a:r>
                        <a:rPr lang="ko-KR" altLang="en-US" sz="1200" b="0" dirty="0">
                          <a:solidFill>
                            <a:sysClr val="windowText" lastClr="000000"/>
                          </a:solidFill>
                        </a:rPr>
                        <a:t>각급 학교</a:t>
                      </a:r>
                      <a:r>
                        <a:rPr lang="en-US" altLang="ko-KR" sz="1200" b="0" dirty="0">
                          <a:solidFill>
                            <a:sysClr val="windowText" lastClr="000000"/>
                          </a:solidFill>
                        </a:rPr>
                        <a:t>, </a:t>
                      </a:r>
                      <a:r>
                        <a:rPr lang="ko-KR" altLang="en-US" sz="1200" b="0" dirty="0">
                          <a:solidFill>
                            <a:sysClr val="windowText" lastClr="000000"/>
                          </a:solidFill>
                        </a:rPr>
                        <a:t>공직유관단체</a:t>
                      </a:r>
                      <a:r>
                        <a:rPr lang="en-US" altLang="ko-KR" sz="1200" b="0" dirty="0">
                          <a:solidFill>
                            <a:sysClr val="windowText" lastClr="000000"/>
                          </a:solidFill>
                        </a:rPr>
                        <a:t>)</a:t>
                      </a:r>
                      <a:r>
                        <a:rPr lang="ko-KR" altLang="en-US" sz="1200" b="0" dirty="0">
                          <a:solidFill>
                            <a:sysClr val="windowText" lastClr="000000"/>
                          </a:solidFill>
                        </a:rPr>
                        <a:t>의 종사자</a:t>
                      </a:r>
                      <a:r>
                        <a:rPr lang="en-US" altLang="ko-KR" sz="1200" b="0" dirty="0">
                          <a:solidFill>
                            <a:sysClr val="windowText" lastClr="000000"/>
                          </a:solidFill>
                        </a:rPr>
                        <a:t>, </a:t>
                      </a:r>
                      <a:r>
                        <a:rPr lang="ko-KR" altLang="en-US" sz="1200" b="0" dirty="0">
                          <a:solidFill>
                            <a:sysClr val="windowText" lastClr="000000"/>
                          </a:solidFill>
                        </a:rPr>
                        <a:t>사용자 또는 근로자</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ko-KR" altLang="en-US" sz="1200" b="0" dirty="0">
                          <a:solidFill>
                            <a:sysClr val="windowText" lastClr="000000"/>
                          </a:solidFill>
                        </a:rPr>
                        <a:t>불특정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ko-KR" altLang="en-US" sz="1200" b="0" dirty="0" err="1">
                          <a:solidFill>
                            <a:sysClr val="windowText" lastClr="000000"/>
                          </a:solidFill>
                        </a:rPr>
                        <a:t>지위권을</a:t>
                      </a:r>
                      <a:r>
                        <a:rPr lang="ko-KR" altLang="en-US" sz="1200" b="0" dirty="0">
                          <a:solidFill>
                            <a:sysClr val="windowText" lastClr="000000"/>
                          </a:solidFill>
                        </a:rPr>
                        <a:t> 이용하거나 업무처리</a:t>
                      </a:r>
                      <a:r>
                        <a:rPr lang="ko-KR" altLang="en-US" sz="1200" b="0" baseline="0" dirty="0">
                          <a:solidFill>
                            <a:sysClr val="windowText" lastClr="000000"/>
                          </a:solidFill>
                        </a:rPr>
                        <a:t> 과정</a:t>
                      </a:r>
                      <a:endParaRPr lang="en-US" altLang="ko-KR" sz="1200" b="0" baseline="0" dirty="0">
                        <a:solidFill>
                          <a:sysClr val="windowText" lastClr="000000"/>
                        </a:solidFill>
                      </a:endParaRPr>
                    </a:p>
                    <a:p>
                      <a:pPr latinLnBrk="1"/>
                      <a:r>
                        <a:rPr lang="en-US" altLang="ko-KR" sz="1200" b="0" baseline="0" dirty="0">
                          <a:solidFill>
                            <a:sysClr val="windowText" lastClr="000000"/>
                          </a:solidFill>
                        </a:rPr>
                        <a:t>(</a:t>
                      </a:r>
                      <a:r>
                        <a:rPr lang="ko-KR" altLang="en-US" sz="1200" b="0" baseline="0" dirty="0">
                          <a:solidFill>
                            <a:sysClr val="windowText" lastClr="000000"/>
                          </a:solidFill>
                        </a:rPr>
                        <a:t>업무</a:t>
                      </a:r>
                      <a:r>
                        <a:rPr lang="en-US" altLang="ko-KR" sz="1200" b="0" baseline="0" dirty="0">
                          <a:solidFill>
                            <a:sysClr val="windowText" lastClr="000000"/>
                          </a:solidFill>
                        </a:rPr>
                        <a:t>, </a:t>
                      </a:r>
                      <a:r>
                        <a:rPr lang="ko-KR" altLang="en-US" sz="1200" b="0" baseline="0" dirty="0">
                          <a:solidFill>
                            <a:sysClr val="windowText" lastClr="000000"/>
                          </a:solidFill>
                        </a:rPr>
                        <a:t>고용</a:t>
                      </a:r>
                      <a:r>
                        <a:rPr lang="en-US" altLang="ko-KR" sz="1200" b="0" baseline="0" dirty="0">
                          <a:solidFill>
                            <a:sysClr val="windowText" lastClr="000000"/>
                          </a:solidFill>
                        </a:rPr>
                        <a:t>, </a:t>
                      </a:r>
                      <a:r>
                        <a:rPr lang="ko-KR" altLang="en-US" sz="1200" b="0" baseline="0" dirty="0" err="1">
                          <a:solidFill>
                            <a:sysClr val="windowText" lastClr="000000"/>
                          </a:solidFill>
                        </a:rPr>
                        <a:t>그밖의관계</a:t>
                      </a:r>
                      <a:r>
                        <a:rPr lang="en-US" altLang="ko-KR" sz="1200" b="0" baseline="0" dirty="0">
                          <a:solidFill>
                            <a:sysClr val="windowText" lastClr="000000"/>
                          </a:solidFill>
                        </a:rPr>
                        <a:t>)</a:t>
                      </a:r>
                      <a:endParaRPr lang="ko-KR" altLang="en-US" sz="1200" b="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ko-KR" altLang="en-US" sz="1200" b="0" dirty="0">
                          <a:solidFill>
                            <a:sysClr val="windowText" lastClr="000000"/>
                          </a:solidFill>
                        </a:rPr>
                        <a:t>성적 언동 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200" b="0" dirty="0">
                          <a:solidFill>
                            <a:sysClr val="windowText" lastClr="000000"/>
                          </a:solidFill>
                        </a:rPr>
                        <a:t>-. </a:t>
                      </a:r>
                      <a:r>
                        <a:rPr lang="ko-KR" altLang="en-US" sz="1200" b="0" dirty="0">
                          <a:solidFill>
                            <a:sysClr val="windowText" lastClr="000000"/>
                          </a:solidFill>
                        </a:rPr>
                        <a:t>상대방에게 성적 굴욕감이나 혐오감을 </a:t>
                      </a:r>
                      <a:endParaRPr lang="en-US" altLang="ko-KR" sz="1200" b="0" dirty="0">
                        <a:solidFill>
                          <a:sysClr val="windowText" lastClr="000000"/>
                        </a:solidFill>
                      </a:endParaRPr>
                    </a:p>
                    <a:p>
                      <a:pPr latinLnBrk="1"/>
                      <a:r>
                        <a:rPr lang="en-US" altLang="ko-KR" sz="1200" b="0" dirty="0">
                          <a:solidFill>
                            <a:sysClr val="windowText" lastClr="000000"/>
                          </a:solidFill>
                        </a:rPr>
                        <a:t>   </a:t>
                      </a:r>
                      <a:r>
                        <a:rPr lang="ko-KR" altLang="en-US" sz="1200" b="0" dirty="0">
                          <a:solidFill>
                            <a:sysClr val="windowText" lastClr="000000"/>
                          </a:solidFill>
                        </a:rPr>
                        <a:t>느끼게 하는 행위</a:t>
                      </a:r>
                      <a:endParaRPr lang="en-US" altLang="ko-KR" sz="1200" b="0" dirty="0">
                        <a:solidFill>
                          <a:sysClr val="windowText" lastClr="000000"/>
                        </a:solidFill>
                      </a:endParaRPr>
                    </a:p>
                    <a:p>
                      <a:pPr latinLnBrk="1"/>
                      <a:r>
                        <a:rPr lang="en-US" altLang="ko-KR" sz="1200" b="0" dirty="0">
                          <a:solidFill>
                            <a:sysClr val="windowText" lastClr="000000"/>
                          </a:solidFill>
                        </a:rPr>
                        <a:t>-. </a:t>
                      </a:r>
                      <a:r>
                        <a:rPr lang="ko-KR" altLang="en-US" sz="1200" b="0" dirty="0">
                          <a:solidFill>
                            <a:sysClr val="windowText" lastClr="000000"/>
                          </a:solidFill>
                        </a:rPr>
                        <a:t>상대방이 성적 언동이나 그 밖의 요구 등</a:t>
                      </a:r>
                      <a:endParaRPr lang="en-US" altLang="ko-KR" sz="1200" b="0" dirty="0">
                        <a:solidFill>
                          <a:sysClr val="windowText" lastClr="000000"/>
                        </a:solidFill>
                      </a:endParaRPr>
                    </a:p>
                    <a:p>
                      <a:pPr latinLnBrk="1"/>
                      <a:r>
                        <a:rPr lang="en-US" altLang="ko-KR" sz="1200" b="0" dirty="0">
                          <a:solidFill>
                            <a:sysClr val="windowText" lastClr="000000"/>
                          </a:solidFill>
                        </a:rPr>
                        <a:t>   </a:t>
                      </a:r>
                      <a:r>
                        <a:rPr lang="ko-KR" altLang="en-US" sz="1200" b="0" dirty="0">
                          <a:solidFill>
                            <a:sysClr val="windowText" lastClr="000000"/>
                          </a:solidFill>
                        </a:rPr>
                        <a:t>에 따르지 아니하였다는 이유로 고용상</a:t>
                      </a:r>
                      <a:endParaRPr lang="en-US" altLang="ko-KR" sz="1200" b="0" dirty="0">
                        <a:solidFill>
                          <a:sysClr val="windowText" lastClr="000000"/>
                        </a:solidFill>
                      </a:endParaRPr>
                    </a:p>
                    <a:p>
                      <a:pPr latinLnBrk="1"/>
                      <a:r>
                        <a:rPr lang="en-US" altLang="ko-KR" sz="1200" b="0" dirty="0">
                          <a:solidFill>
                            <a:sysClr val="windowText" lastClr="000000"/>
                          </a:solidFill>
                        </a:rPr>
                        <a:t>   </a:t>
                      </a:r>
                      <a:r>
                        <a:rPr lang="ko-KR" altLang="en-US" sz="1200" b="0" dirty="0">
                          <a:solidFill>
                            <a:sysClr val="windowText" lastClr="000000"/>
                          </a:solidFill>
                        </a:rPr>
                        <a:t>의 불이익을 주는 행위</a:t>
                      </a: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17" name="직사각형 16"/>
          <p:cNvSpPr/>
          <p:nvPr/>
        </p:nvSpPr>
        <p:spPr>
          <a:xfrm>
            <a:off x="344488" y="4323076"/>
            <a:ext cx="9361040" cy="15541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lnSpc>
                <a:spcPct val="150000"/>
              </a:lnSpc>
            </a:pPr>
            <a:r>
              <a:rPr lang="ko-KR" altLang="en-US" sz="1100" dirty="0">
                <a:solidFill>
                  <a:schemeClr val="tx1"/>
                </a:solidFill>
              </a:rPr>
              <a:t>○</a:t>
            </a:r>
            <a:r>
              <a:rPr lang="en-US" altLang="ko-KR" sz="1100" dirty="0">
                <a:solidFill>
                  <a:schemeClr val="tx1"/>
                </a:solidFill>
              </a:rPr>
              <a:t> </a:t>
            </a:r>
            <a:r>
              <a:rPr lang="ko-KR" altLang="en-US" sz="1200" dirty="0">
                <a:solidFill>
                  <a:schemeClr val="tx1"/>
                </a:solidFill>
              </a:rPr>
              <a:t>성립요건</a:t>
            </a:r>
            <a:endParaRPr lang="en-US" altLang="ko-KR" sz="1200" dirty="0">
              <a:solidFill>
                <a:schemeClr val="tx1"/>
              </a:solidFill>
            </a:endParaRPr>
          </a:p>
          <a:p>
            <a:pPr>
              <a:lnSpc>
                <a:spcPct val="150000"/>
              </a:lnSpc>
            </a:pPr>
            <a:r>
              <a:rPr lang="en-US" altLang="ko-KR" sz="1200" b="0" dirty="0">
                <a:solidFill>
                  <a:schemeClr val="tx1"/>
                </a:solidFill>
              </a:rPr>
              <a:t>  -. “</a:t>
            </a:r>
            <a:r>
              <a:rPr lang="ko-KR" altLang="en-US" sz="1200" b="0" dirty="0" err="1">
                <a:solidFill>
                  <a:schemeClr val="tx1"/>
                </a:solidFill>
              </a:rPr>
              <a:t>국가인권위원회법</a:t>
            </a:r>
            <a:r>
              <a:rPr lang="en-US" altLang="ko-KR" sz="1200" b="0" dirty="0">
                <a:solidFill>
                  <a:schemeClr val="tx1"/>
                </a:solidFill>
              </a:rPr>
              <a:t>”</a:t>
            </a:r>
            <a:r>
              <a:rPr lang="ko-KR" altLang="en-US" sz="1200" b="0" dirty="0">
                <a:solidFill>
                  <a:schemeClr val="tx1"/>
                </a:solidFill>
              </a:rPr>
              <a:t>은 성희롱 주체의 성적 언동이 </a:t>
            </a:r>
            <a:r>
              <a:rPr lang="en-US" altLang="ko-KR" sz="1200" b="0" dirty="0">
                <a:solidFill>
                  <a:schemeClr val="tx1"/>
                </a:solidFill>
              </a:rPr>
              <a:t>“</a:t>
            </a:r>
            <a:r>
              <a:rPr lang="ko-KR" altLang="en-US" sz="1200" b="0" dirty="0">
                <a:solidFill>
                  <a:schemeClr val="tx1"/>
                </a:solidFill>
              </a:rPr>
              <a:t>업무</a:t>
            </a:r>
            <a:r>
              <a:rPr lang="en-US" altLang="ko-KR" sz="1200" b="0" dirty="0">
                <a:solidFill>
                  <a:schemeClr val="tx1"/>
                </a:solidFill>
              </a:rPr>
              <a:t>, </a:t>
            </a:r>
            <a:r>
              <a:rPr lang="ko-KR" altLang="en-US" sz="1200" b="0" dirty="0">
                <a:solidFill>
                  <a:schemeClr val="tx1"/>
                </a:solidFill>
              </a:rPr>
              <a:t>고용</a:t>
            </a:r>
            <a:r>
              <a:rPr lang="en-US" altLang="ko-KR" sz="1200" b="0" dirty="0">
                <a:solidFill>
                  <a:schemeClr val="tx1"/>
                </a:solidFill>
              </a:rPr>
              <a:t>, </a:t>
            </a:r>
            <a:r>
              <a:rPr lang="ko-KR" altLang="en-US" sz="1200" b="0" dirty="0">
                <a:solidFill>
                  <a:schemeClr val="tx1"/>
                </a:solidFill>
              </a:rPr>
              <a:t>그 밖의 관계</a:t>
            </a:r>
            <a:r>
              <a:rPr lang="en-US" altLang="ko-KR" sz="1200" b="0" dirty="0">
                <a:solidFill>
                  <a:schemeClr val="tx1"/>
                </a:solidFill>
              </a:rPr>
              <a:t>” </a:t>
            </a:r>
            <a:r>
              <a:rPr lang="ko-KR" altLang="en-US" sz="1200" b="0" dirty="0">
                <a:solidFill>
                  <a:schemeClr val="tx1"/>
                </a:solidFill>
              </a:rPr>
              <a:t>이거나 </a:t>
            </a:r>
            <a:r>
              <a:rPr lang="en-US" altLang="ko-KR" sz="1200" b="0" dirty="0">
                <a:solidFill>
                  <a:schemeClr val="tx1"/>
                </a:solidFill>
              </a:rPr>
              <a:t>“</a:t>
            </a:r>
            <a:r>
              <a:rPr lang="ko-KR" altLang="en-US" sz="1200" b="0" dirty="0">
                <a:solidFill>
                  <a:schemeClr val="tx1"/>
                </a:solidFill>
              </a:rPr>
              <a:t>직위를 이용하여 또는 업무 등과 관련하여</a:t>
            </a:r>
            <a:r>
              <a:rPr lang="en-US" altLang="ko-KR" sz="1200" b="0" dirty="0">
                <a:solidFill>
                  <a:schemeClr val="tx1"/>
                </a:solidFill>
              </a:rPr>
              <a:t>”</a:t>
            </a:r>
            <a:r>
              <a:rPr lang="ko-KR" altLang="en-US" sz="1200" b="0" dirty="0">
                <a:solidFill>
                  <a:schemeClr val="tx1"/>
                </a:solidFill>
              </a:rPr>
              <a:t>로</a:t>
            </a:r>
            <a:endParaRPr lang="en-US" altLang="ko-KR" sz="1200" b="0" dirty="0">
              <a:solidFill>
                <a:schemeClr val="tx1"/>
              </a:solidFill>
            </a:endParaRPr>
          </a:p>
          <a:p>
            <a:pPr>
              <a:lnSpc>
                <a:spcPct val="150000"/>
              </a:lnSpc>
            </a:pPr>
            <a:r>
              <a:rPr lang="en-US" altLang="ko-KR" sz="1200" b="0" dirty="0">
                <a:solidFill>
                  <a:schemeClr val="tx1"/>
                </a:solidFill>
              </a:rPr>
              <a:t>   </a:t>
            </a:r>
            <a:r>
              <a:rPr lang="ko-KR" altLang="en-US" sz="1200" b="0" dirty="0">
                <a:solidFill>
                  <a:schemeClr val="tx1"/>
                </a:solidFill>
              </a:rPr>
              <a:t> 이루어질 것을 성립요건으로 규정</a:t>
            </a:r>
            <a:endParaRPr lang="en-US" altLang="ko-KR" sz="1200" b="0" dirty="0">
              <a:solidFill>
                <a:schemeClr val="tx1"/>
              </a:solidFill>
            </a:endParaRPr>
          </a:p>
          <a:p>
            <a:pPr>
              <a:lnSpc>
                <a:spcPct val="150000"/>
              </a:lnSpc>
            </a:pPr>
            <a:r>
              <a:rPr lang="en-US" altLang="ko-KR" sz="1200" b="0" dirty="0">
                <a:solidFill>
                  <a:schemeClr val="tx1"/>
                </a:solidFill>
              </a:rPr>
              <a:t>  -. </a:t>
            </a:r>
            <a:r>
              <a:rPr lang="ko-KR" altLang="en-US" sz="1200" b="0" dirty="0">
                <a:solidFill>
                  <a:schemeClr val="tx1"/>
                </a:solidFill>
              </a:rPr>
              <a:t>업무관련성과 관련하여 근무시간 외에 발생한 성적 언동이 성희롱에 해당하는지에 대하여 국가인권위원회는 행위 장소 및 시간을</a:t>
            </a:r>
            <a:endParaRPr lang="en-US" altLang="ko-KR" sz="1200" b="0" dirty="0">
              <a:solidFill>
                <a:schemeClr val="tx1"/>
              </a:solidFill>
            </a:endParaRPr>
          </a:p>
          <a:p>
            <a:pPr>
              <a:lnSpc>
                <a:spcPct val="150000"/>
              </a:lnSpc>
            </a:pPr>
            <a:r>
              <a:rPr lang="en-US" altLang="ko-KR" sz="1200" b="0" dirty="0">
                <a:solidFill>
                  <a:schemeClr val="tx1"/>
                </a:solidFill>
              </a:rPr>
              <a:t>    </a:t>
            </a:r>
            <a:r>
              <a:rPr lang="ko-KR" altLang="en-US" sz="1200" b="0" dirty="0">
                <a:solidFill>
                  <a:schemeClr val="tx1"/>
                </a:solidFill>
              </a:rPr>
              <a:t>가리지 않고 당사자 간에 실질적인 업무 관련성 여부</a:t>
            </a:r>
            <a:endParaRPr lang="en-US" altLang="ko-KR" sz="1200" b="0" dirty="0">
              <a:solidFill>
                <a:schemeClr val="tx1"/>
              </a:solidFill>
            </a:endParaRPr>
          </a:p>
        </p:txBody>
      </p:sp>
      <p:sp>
        <p:nvSpPr>
          <p:cNvPr id="16" name="직사각형 15"/>
          <p:cNvSpPr/>
          <p:nvPr/>
        </p:nvSpPr>
        <p:spPr>
          <a:xfrm>
            <a:off x="293211" y="5808904"/>
            <a:ext cx="9508813" cy="9251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lnSpc>
                <a:spcPct val="150000"/>
              </a:lnSpc>
            </a:pPr>
            <a:r>
              <a:rPr lang="ko-KR" altLang="en-US" sz="1100" dirty="0">
                <a:solidFill>
                  <a:schemeClr val="tx1"/>
                </a:solidFill>
              </a:rPr>
              <a:t>○</a:t>
            </a:r>
            <a:r>
              <a:rPr lang="en-US" altLang="ko-KR" sz="1100" dirty="0">
                <a:solidFill>
                  <a:schemeClr val="tx1"/>
                </a:solidFill>
              </a:rPr>
              <a:t> </a:t>
            </a:r>
            <a:r>
              <a:rPr lang="ko-KR" altLang="en-US" sz="1200" dirty="0" err="1">
                <a:solidFill>
                  <a:schemeClr val="tx1"/>
                </a:solidFill>
              </a:rPr>
              <a:t>직장내</a:t>
            </a:r>
            <a:r>
              <a:rPr lang="ko-KR" altLang="en-US" sz="1200" dirty="0">
                <a:solidFill>
                  <a:schemeClr val="tx1"/>
                </a:solidFill>
              </a:rPr>
              <a:t> 성희롱 예방 및 금지조치 의무</a:t>
            </a:r>
            <a:endParaRPr lang="en-US" altLang="ko-KR" sz="1200" dirty="0">
              <a:solidFill>
                <a:schemeClr val="tx1"/>
              </a:solidFill>
            </a:endParaRPr>
          </a:p>
          <a:p>
            <a:pPr>
              <a:lnSpc>
                <a:spcPct val="150000"/>
              </a:lnSpc>
            </a:pPr>
            <a:r>
              <a:rPr lang="en-US" altLang="ko-KR" sz="1200" b="0" dirty="0">
                <a:solidFill>
                  <a:schemeClr val="tx1"/>
                </a:solidFill>
              </a:rPr>
              <a:t>  -. </a:t>
            </a:r>
            <a:r>
              <a:rPr lang="ko-KR" altLang="en-US" sz="1200" b="0" dirty="0">
                <a:solidFill>
                  <a:schemeClr val="tx1"/>
                </a:solidFill>
              </a:rPr>
              <a:t>성희롱 예방 교육자료</a:t>
            </a:r>
            <a:r>
              <a:rPr lang="en-US" altLang="ko-KR" sz="1200" b="0" dirty="0">
                <a:solidFill>
                  <a:schemeClr val="tx1"/>
                </a:solidFill>
              </a:rPr>
              <a:t>, </a:t>
            </a:r>
            <a:r>
              <a:rPr lang="ko-KR" altLang="en-US" sz="1200" b="0" dirty="0">
                <a:solidFill>
                  <a:schemeClr val="tx1"/>
                </a:solidFill>
              </a:rPr>
              <a:t>지침</a:t>
            </a:r>
            <a:r>
              <a:rPr lang="en-US" altLang="ko-KR" sz="1200" b="0" dirty="0">
                <a:solidFill>
                  <a:schemeClr val="tx1"/>
                </a:solidFill>
              </a:rPr>
              <a:t>, </a:t>
            </a:r>
            <a:r>
              <a:rPr lang="ko-KR" altLang="en-US" sz="1200" b="0" dirty="0">
                <a:solidFill>
                  <a:schemeClr val="tx1"/>
                </a:solidFill>
              </a:rPr>
              <a:t>사건처리 절차 등 직원들이 자유롭게 항시 열람할 수 있는 곳에 비치</a:t>
            </a:r>
            <a:endParaRPr lang="en-US" altLang="ko-KR" sz="1200" b="0" dirty="0">
              <a:solidFill>
                <a:schemeClr val="tx1"/>
              </a:solidFill>
            </a:endParaRPr>
          </a:p>
          <a:p>
            <a:pPr>
              <a:lnSpc>
                <a:spcPct val="150000"/>
              </a:lnSpc>
            </a:pPr>
            <a:r>
              <a:rPr lang="en-US" altLang="ko-KR" sz="1200" b="0" dirty="0">
                <a:solidFill>
                  <a:schemeClr val="tx1"/>
                </a:solidFill>
              </a:rPr>
              <a:t>     </a:t>
            </a:r>
            <a:r>
              <a:rPr lang="ko-KR" altLang="en-US" sz="1200" b="0" dirty="0">
                <a:solidFill>
                  <a:schemeClr val="tx1"/>
                </a:solidFill>
              </a:rPr>
              <a:t>비치 장소 </a:t>
            </a:r>
            <a:r>
              <a:rPr lang="en-US" altLang="ko-KR" sz="1200" b="0" dirty="0">
                <a:solidFill>
                  <a:schemeClr val="tx1"/>
                </a:solidFill>
              </a:rPr>
              <a:t>: CENS</a:t>
            </a:r>
            <a:r>
              <a:rPr lang="ko-KR" altLang="en-US" sz="1200" b="0" dirty="0">
                <a:solidFill>
                  <a:schemeClr val="tx1"/>
                </a:solidFill>
              </a:rPr>
              <a:t>게시판</a:t>
            </a:r>
            <a:r>
              <a:rPr lang="en-US" altLang="ko-KR" sz="1200" b="0" dirty="0">
                <a:solidFill>
                  <a:schemeClr val="tx1"/>
                </a:solidFill>
              </a:rPr>
              <a:t>, </a:t>
            </a:r>
            <a:r>
              <a:rPr lang="ko-KR" altLang="en-US" sz="1200" b="0" dirty="0">
                <a:solidFill>
                  <a:schemeClr val="tx1"/>
                </a:solidFill>
              </a:rPr>
              <a:t>사업장 현장 게시판</a:t>
            </a:r>
            <a:r>
              <a:rPr lang="en-US" altLang="ko-KR" sz="1200" b="0" dirty="0">
                <a:solidFill>
                  <a:schemeClr val="tx1"/>
                </a:solidFill>
              </a:rPr>
              <a:t>, </a:t>
            </a:r>
            <a:r>
              <a:rPr lang="ko-KR" altLang="en-US" sz="1200" b="0" dirty="0">
                <a:solidFill>
                  <a:schemeClr val="tx1"/>
                </a:solidFill>
              </a:rPr>
              <a:t>휴게실 등 </a:t>
            </a:r>
            <a:r>
              <a:rPr lang="en-US" altLang="ko-KR" sz="1200" b="0" dirty="0">
                <a:solidFill>
                  <a:schemeClr val="tx1"/>
                </a:solidFill>
              </a:rPr>
              <a:t>[</a:t>
            </a:r>
            <a:r>
              <a:rPr lang="ko-KR" altLang="en-US" sz="1200" b="0" dirty="0">
                <a:solidFill>
                  <a:schemeClr val="tx1"/>
                </a:solidFill>
              </a:rPr>
              <a:t>각 사업부 </a:t>
            </a:r>
            <a:r>
              <a:rPr lang="ko-KR" altLang="en-US" sz="1200" b="0" dirty="0" err="1">
                <a:solidFill>
                  <a:schemeClr val="tx1"/>
                </a:solidFill>
              </a:rPr>
              <a:t>경영관리팀</a:t>
            </a:r>
            <a:r>
              <a:rPr lang="ko-KR" altLang="en-US" sz="1200" b="0" dirty="0">
                <a:solidFill>
                  <a:schemeClr val="tx1"/>
                </a:solidFill>
              </a:rPr>
              <a:t> 주관</a:t>
            </a:r>
            <a:r>
              <a:rPr lang="en-US" altLang="ko-KR" sz="1200" b="0" dirty="0">
                <a:solidFill>
                  <a:schemeClr val="tx1"/>
                </a:solidFill>
              </a:rPr>
              <a:t>]</a:t>
            </a:r>
          </a:p>
        </p:txBody>
      </p:sp>
    </p:spTree>
    <p:extLst>
      <p:ext uri="{BB962C8B-B14F-4D97-AF65-F5344CB8AC3E}">
        <p14:creationId xmlns:p14="http://schemas.microsoft.com/office/powerpoint/2010/main" val="3991248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모서리가 둥근 직사각형 49"/>
          <p:cNvSpPr/>
          <p:nvPr/>
        </p:nvSpPr>
        <p:spPr>
          <a:xfrm>
            <a:off x="750465" y="743972"/>
            <a:ext cx="2606164" cy="360040"/>
          </a:xfrm>
          <a:prstGeom prst="roundRect">
            <a:avLst>
              <a:gd name="adj" fmla="val 3823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351884" y="743972"/>
            <a:ext cx="720080" cy="36004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TextBox 58"/>
          <p:cNvSpPr txBox="1"/>
          <p:nvPr/>
        </p:nvSpPr>
        <p:spPr>
          <a:xfrm>
            <a:off x="534441" y="775542"/>
            <a:ext cx="1871025" cy="307777"/>
          </a:xfrm>
          <a:prstGeom prst="rect">
            <a:avLst/>
          </a:prstGeom>
          <a:noFill/>
        </p:spPr>
        <p:txBody>
          <a:bodyPr wrap="none" rtlCol="0">
            <a:spAutoFit/>
          </a:bodyPr>
          <a:lstStyle/>
          <a:p>
            <a:r>
              <a:rPr lang="ko-KR" altLang="en-US" sz="1400" dirty="0">
                <a:latin typeface="+mn-ea"/>
                <a:ea typeface="+mn-ea"/>
              </a:rPr>
              <a:t>  성희롱 유형별 특성</a:t>
            </a:r>
          </a:p>
        </p:txBody>
      </p:sp>
      <p:sp>
        <p:nvSpPr>
          <p:cNvPr id="61" name="직사각형 60"/>
          <p:cNvSpPr/>
          <p:nvPr/>
        </p:nvSpPr>
        <p:spPr>
          <a:xfrm>
            <a:off x="353166" y="747130"/>
            <a:ext cx="291310" cy="356882"/>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a:t>3</a:t>
            </a:r>
            <a:endParaRPr lang="ko-KR" altLang="en-US" sz="1400" dirty="0"/>
          </a:p>
        </p:txBody>
      </p:sp>
      <p:sp>
        <p:nvSpPr>
          <p:cNvPr id="62" name="제목 3"/>
          <p:cNvSpPr txBox="1">
            <a:spLocks/>
          </p:cNvSpPr>
          <p:nvPr/>
        </p:nvSpPr>
        <p:spPr bwMode="auto">
          <a:xfrm>
            <a:off x="223928" y="175967"/>
            <a:ext cx="4873088" cy="506486"/>
          </a:xfrm>
          <a:prstGeom prst="rect">
            <a:avLst/>
          </a:prstGeom>
          <a:noFill/>
          <a:ln w="9525">
            <a:noFill/>
            <a:miter lim="800000"/>
            <a:headEnd/>
            <a:tailEnd/>
          </a:ln>
        </p:spPr>
        <p:txBody>
          <a:bodyPr vert="horz" wrap="square" lIns="95784" tIns="47892" rIns="95784" bIns="47892" numCol="1" rtlCol="0" anchor="ctr" anchorCtr="0" compatLnSpc="1">
            <a:prstTxWarp prst="textNoShape">
              <a:avLst/>
            </a:prstTxWarp>
            <a:normAutofit/>
          </a:bodyPr>
          <a:lstStyle>
            <a:lvl1pPr algn="ctr" defTabSz="957263" rtl="0" eaLnBrk="0" fontAlgn="base" latinLnBrk="1" hangingPunct="0">
              <a:spcBef>
                <a:spcPct val="0"/>
              </a:spcBef>
              <a:spcAft>
                <a:spcPct val="0"/>
              </a:spcAft>
              <a:defRPr sz="2400" kern="1200">
                <a:solidFill>
                  <a:schemeClr val="tx1"/>
                </a:solidFill>
                <a:latin typeface="+mj-lt"/>
                <a:ea typeface="+mj-ea"/>
                <a:cs typeface="+mj-cs"/>
              </a:defRPr>
            </a:lvl1pPr>
            <a:lvl2pPr algn="ctr" defTabSz="957263" rtl="0" eaLnBrk="0" fontAlgn="base" latinLnBrk="1" hangingPunct="0">
              <a:spcBef>
                <a:spcPct val="0"/>
              </a:spcBef>
              <a:spcAft>
                <a:spcPct val="0"/>
              </a:spcAft>
              <a:defRPr sz="4600">
                <a:solidFill>
                  <a:schemeClr val="tx1"/>
                </a:solidFill>
                <a:latin typeface="맑은 고딕" pitchFamily="50" charset="-127"/>
                <a:ea typeface="맑은 고딕" pitchFamily="50" charset="-127"/>
              </a:defRPr>
            </a:lvl2pPr>
            <a:lvl3pPr algn="ctr" defTabSz="957263" rtl="0" eaLnBrk="0" fontAlgn="base" latinLnBrk="1" hangingPunct="0">
              <a:spcBef>
                <a:spcPct val="0"/>
              </a:spcBef>
              <a:spcAft>
                <a:spcPct val="0"/>
              </a:spcAft>
              <a:defRPr sz="4600">
                <a:solidFill>
                  <a:schemeClr val="tx1"/>
                </a:solidFill>
                <a:latin typeface="맑은 고딕" pitchFamily="50" charset="-127"/>
                <a:ea typeface="맑은 고딕" pitchFamily="50" charset="-127"/>
              </a:defRPr>
            </a:lvl3pPr>
            <a:lvl4pPr algn="ctr" defTabSz="957263" rtl="0" eaLnBrk="0" fontAlgn="base" latinLnBrk="1" hangingPunct="0">
              <a:spcBef>
                <a:spcPct val="0"/>
              </a:spcBef>
              <a:spcAft>
                <a:spcPct val="0"/>
              </a:spcAft>
              <a:defRPr sz="4600">
                <a:solidFill>
                  <a:schemeClr val="tx1"/>
                </a:solidFill>
                <a:latin typeface="맑은 고딕" pitchFamily="50" charset="-127"/>
                <a:ea typeface="맑은 고딕" pitchFamily="50" charset="-127"/>
              </a:defRPr>
            </a:lvl4pPr>
            <a:lvl5pPr algn="ctr" defTabSz="957263" rtl="0" eaLnBrk="0" fontAlgn="base" latinLnBrk="1" hangingPunct="0">
              <a:spcBef>
                <a:spcPct val="0"/>
              </a:spcBef>
              <a:spcAft>
                <a:spcPct val="0"/>
              </a:spcAft>
              <a:defRPr sz="4600">
                <a:solidFill>
                  <a:schemeClr val="tx1"/>
                </a:solidFill>
                <a:latin typeface="맑은 고딕" pitchFamily="50" charset="-127"/>
                <a:ea typeface="맑은 고딕" pitchFamily="50" charset="-127"/>
              </a:defRPr>
            </a:lvl5pPr>
            <a:lvl6pPr marL="419847" algn="ctr" defTabSz="957776" rtl="0" fontAlgn="base" latinLnBrk="1">
              <a:spcBef>
                <a:spcPct val="0"/>
              </a:spcBef>
              <a:spcAft>
                <a:spcPct val="0"/>
              </a:spcAft>
              <a:defRPr sz="4600">
                <a:solidFill>
                  <a:schemeClr val="tx1"/>
                </a:solidFill>
                <a:latin typeface="맑은 고딕" pitchFamily="50" charset="-127"/>
                <a:ea typeface="맑은 고딕" pitchFamily="50" charset="-127"/>
              </a:defRPr>
            </a:lvl6pPr>
            <a:lvl7pPr marL="839694" algn="ctr" defTabSz="957776" rtl="0" fontAlgn="base" latinLnBrk="1">
              <a:spcBef>
                <a:spcPct val="0"/>
              </a:spcBef>
              <a:spcAft>
                <a:spcPct val="0"/>
              </a:spcAft>
              <a:defRPr sz="4600">
                <a:solidFill>
                  <a:schemeClr val="tx1"/>
                </a:solidFill>
                <a:latin typeface="맑은 고딕" pitchFamily="50" charset="-127"/>
                <a:ea typeface="맑은 고딕" pitchFamily="50" charset="-127"/>
              </a:defRPr>
            </a:lvl7pPr>
            <a:lvl8pPr marL="1259540" algn="ctr" defTabSz="957776" rtl="0" fontAlgn="base" latinLnBrk="1">
              <a:spcBef>
                <a:spcPct val="0"/>
              </a:spcBef>
              <a:spcAft>
                <a:spcPct val="0"/>
              </a:spcAft>
              <a:defRPr sz="4600">
                <a:solidFill>
                  <a:schemeClr val="tx1"/>
                </a:solidFill>
                <a:latin typeface="맑은 고딕" pitchFamily="50" charset="-127"/>
                <a:ea typeface="맑은 고딕" pitchFamily="50" charset="-127"/>
              </a:defRPr>
            </a:lvl8pPr>
            <a:lvl9pPr marL="1679387" algn="ctr" defTabSz="957776" rtl="0" fontAlgn="base" latinLnBrk="1">
              <a:spcBef>
                <a:spcPct val="0"/>
              </a:spcBef>
              <a:spcAft>
                <a:spcPct val="0"/>
              </a:spcAft>
              <a:defRPr sz="4600">
                <a:solidFill>
                  <a:schemeClr val="tx1"/>
                </a:solidFill>
                <a:latin typeface="맑은 고딕" pitchFamily="50" charset="-127"/>
                <a:ea typeface="맑은 고딕" pitchFamily="50" charset="-127"/>
              </a:defRPr>
            </a:lvl9pPr>
          </a:lstStyle>
          <a:p>
            <a:pPr algn="l" fontAlgn="auto">
              <a:spcAft>
                <a:spcPts val="0"/>
              </a:spcAft>
              <a:defRPr/>
            </a:pPr>
            <a:r>
              <a:rPr kumimoji="0" lang="ko-KR" altLang="en-US" sz="2000" dirty="0"/>
              <a:t>성희롱 사건처리 매뉴얼</a:t>
            </a:r>
          </a:p>
        </p:txBody>
      </p:sp>
      <p:graphicFrame>
        <p:nvGraphicFramePr>
          <p:cNvPr id="63" name="표 62"/>
          <p:cNvGraphicFramePr>
            <a:graphicFrameLocks noGrp="1"/>
          </p:cNvGraphicFramePr>
          <p:nvPr>
            <p:extLst>
              <p:ext uri="{D42A27DB-BD31-4B8C-83A1-F6EECF244321}">
                <p14:modId xmlns:p14="http://schemas.microsoft.com/office/powerpoint/2010/main" val="905188274"/>
              </p:ext>
            </p:extLst>
          </p:nvPr>
        </p:nvGraphicFramePr>
        <p:xfrm>
          <a:off x="342630" y="1176020"/>
          <a:ext cx="9281055" cy="2078832"/>
        </p:xfrm>
        <a:graphic>
          <a:graphicData uri="http://schemas.openxmlformats.org/drawingml/2006/table">
            <a:tbl>
              <a:tblPr firstRow="1" bandRow="1">
                <a:tableStyleId>{5C22544A-7EE6-4342-B048-85BDC9FD1C3A}</a:tableStyleId>
              </a:tblPr>
              <a:tblGrid>
                <a:gridCol w="1378110">
                  <a:extLst>
                    <a:ext uri="{9D8B030D-6E8A-4147-A177-3AD203B41FA5}">
                      <a16:colId xmlns:a16="http://schemas.microsoft.com/office/drawing/2014/main" val="20000"/>
                    </a:ext>
                  </a:extLst>
                </a:gridCol>
                <a:gridCol w="7902945">
                  <a:extLst>
                    <a:ext uri="{9D8B030D-6E8A-4147-A177-3AD203B41FA5}">
                      <a16:colId xmlns:a16="http://schemas.microsoft.com/office/drawing/2014/main" val="20001"/>
                    </a:ext>
                  </a:extLst>
                </a:gridCol>
              </a:tblGrid>
              <a:tr h="364376">
                <a:tc>
                  <a:txBody>
                    <a:bodyPr/>
                    <a:lstStyle/>
                    <a:p>
                      <a:pPr algn="ctr" latinLnBrk="1"/>
                      <a:r>
                        <a:rPr lang="ko-KR" altLang="en-US" sz="1400" dirty="0">
                          <a:solidFill>
                            <a:schemeClr val="bg1"/>
                          </a:solidFill>
                        </a:rPr>
                        <a:t>유형</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latinLnBrk="1"/>
                      <a:r>
                        <a:rPr lang="ko-KR" altLang="en-US" sz="1400" dirty="0">
                          <a:solidFill>
                            <a:schemeClr val="bg1"/>
                          </a:solidFill>
                        </a:rPr>
                        <a:t>특성</a:t>
                      </a: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extLst>
                  <a:ext uri="{0D108BD9-81ED-4DB2-BD59-A6C34878D82A}">
                    <a16:rowId xmlns:a16="http://schemas.microsoft.com/office/drawing/2014/main" val="10000"/>
                  </a:ext>
                </a:extLst>
              </a:tr>
              <a:tr h="525736">
                <a:tc>
                  <a:txBody>
                    <a:bodyPr/>
                    <a:lstStyle/>
                    <a:p>
                      <a:pPr algn="ctr" latinLnBrk="1"/>
                      <a:r>
                        <a:rPr lang="ko-KR" altLang="en-US" sz="1100" b="0" dirty="0">
                          <a:solidFill>
                            <a:sysClr val="windowText" lastClr="000000"/>
                          </a:solidFill>
                        </a:rPr>
                        <a:t>상급자와 하급자</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ko-KR" altLang="en-US" sz="1100" b="0" i="0" u="none" strike="noStrike" kern="1200" baseline="0" dirty="0">
                          <a:solidFill>
                            <a:schemeClr val="dk1"/>
                          </a:solidFill>
                          <a:latin typeface="+mn-lt"/>
                          <a:ea typeface="+mn-ea"/>
                          <a:cs typeface="+mn-cs"/>
                        </a:rPr>
                        <a:t>상급자가 자신의 신분 및 위치를 이용하여 피해자인 부하직원</a:t>
                      </a:r>
                      <a:r>
                        <a:rPr lang="en-US" altLang="ko-KR" sz="1100" b="0" i="0" u="none" strike="noStrike" kern="1200" baseline="0" dirty="0">
                          <a:solidFill>
                            <a:schemeClr val="dk1"/>
                          </a:solidFill>
                          <a:latin typeface="+mn-lt"/>
                          <a:ea typeface="+mn-ea"/>
                          <a:cs typeface="+mn-cs"/>
                        </a:rPr>
                        <a:t>, </a:t>
                      </a:r>
                      <a:r>
                        <a:rPr lang="ko-KR" altLang="en-US" sz="1100" b="0" i="0" u="none" strike="noStrike" kern="1200" baseline="0" dirty="0">
                          <a:solidFill>
                            <a:schemeClr val="dk1"/>
                          </a:solidFill>
                          <a:latin typeface="+mn-lt"/>
                          <a:ea typeface="+mn-ea"/>
                          <a:cs typeface="+mn-cs"/>
                        </a:rPr>
                        <a:t>하급자에게 성희롱을 하는 등 신분상의 상하관계에 의한 성희롱 피해는 </a:t>
                      </a:r>
                      <a:r>
                        <a:rPr lang="en-US" altLang="ko-KR" sz="1100" b="0" i="0" u="none" strike="noStrike" kern="1200" baseline="0" dirty="0">
                          <a:solidFill>
                            <a:schemeClr val="dk1"/>
                          </a:solidFill>
                          <a:latin typeface="+mn-lt"/>
                          <a:ea typeface="+mn-ea"/>
                          <a:cs typeface="+mn-cs"/>
                        </a:rPr>
                        <a:t>2</a:t>
                      </a:r>
                      <a:r>
                        <a:rPr lang="ko-KR" altLang="en-US" sz="1100" b="0" i="0" u="none" strike="noStrike" kern="1200" baseline="0" dirty="0">
                          <a:solidFill>
                            <a:schemeClr val="dk1"/>
                          </a:solidFill>
                          <a:latin typeface="+mn-lt"/>
                          <a:ea typeface="+mn-ea"/>
                          <a:cs typeface="+mn-cs"/>
                        </a:rPr>
                        <a:t>차 피해까지 양산할 가능성이 높다는 특징이 있으며 사건의 해결 시 이에 주안점을 두어야 함</a:t>
                      </a:r>
                      <a:endParaRPr lang="ko-KR" altLang="en-US" sz="1100" b="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08129">
                <a:tc>
                  <a:txBody>
                    <a:bodyPr/>
                    <a:lstStyle/>
                    <a:p>
                      <a:pPr algn="ctr" latinLnBrk="1"/>
                      <a:r>
                        <a:rPr lang="ko-KR" altLang="en-US" sz="1100" b="0" dirty="0" err="1">
                          <a:solidFill>
                            <a:sysClr val="windowText" lastClr="000000"/>
                          </a:solidFill>
                        </a:rPr>
                        <a:t>동료사이</a:t>
                      </a:r>
                      <a:endParaRPr lang="ko-KR" altLang="en-US" sz="1100" b="0" dirty="0">
                        <a:solidFill>
                          <a:sysClr val="windowText" lastClr="000000"/>
                        </a:solidFill>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ko-KR" altLang="en-US" sz="1100" b="0" i="0" u="none" strike="noStrike" kern="1200" baseline="0" dirty="0">
                          <a:solidFill>
                            <a:schemeClr val="dk1"/>
                          </a:solidFill>
                          <a:latin typeface="+mn-lt"/>
                          <a:ea typeface="+mn-ea"/>
                          <a:cs typeface="+mn-cs"/>
                        </a:rPr>
                        <a:t>동료 간의 성희롱은 가해자와 피해자 사이에 친분관계가 중요하게 판단되며 가해자는 성희롱 행위가 발생하여 신고 ･접수가 된 경우에는 주변 동료를 이용하여 피해자를 문란한 대상으로 만드는 경우도 있음</a:t>
                      </a:r>
                      <a:r>
                        <a:rPr lang="en-US" altLang="ko-KR" sz="1100" b="0" i="0" u="none" strike="noStrike" kern="1200" baseline="0" dirty="0">
                          <a:solidFill>
                            <a:schemeClr val="dk1"/>
                          </a:solidFill>
                          <a:latin typeface="+mn-lt"/>
                          <a:ea typeface="+mn-ea"/>
                          <a:cs typeface="+mn-cs"/>
                        </a:rPr>
                        <a:t>, </a:t>
                      </a:r>
                      <a:r>
                        <a:rPr lang="ko-KR" altLang="en-US" sz="1100" b="0" i="0" u="none" strike="noStrike" kern="1200" baseline="0" dirty="0">
                          <a:solidFill>
                            <a:schemeClr val="dk1"/>
                          </a:solidFill>
                          <a:latin typeface="+mn-lt"/>
                          <a:ea typeface="+mn-ea"/>
                          <a:cs typeface="+mn-cs"/>
                        </a:rPr>
                        <a:t>피해자는 사내규정에 따라 성희롱 고충신고를 하거나 국가인권위원회에 진정하여 구제받을 수 있음</a:t>
                      </a:r>
                      <a:endParaRPr lang="ko-KR" altLang="en-US" sz="1100" b="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62279">
                <a:tc>
                  <a:txBody>
                    <a:bodyPr/>
                    <a:lstStyle/>
                    <a:p>
                      <a:pPr algn="ctr" latinLnBrk="1"/>
                      <a:r>
                        <a:rPr lang="ko-KR" altLang="en-US" sz="1100" b="0" dirty="0">
                          <a:solidFill>
                            <a:sysClr val="windowText" lastClr="000000"/>
                          </a:solidFill>
                        </a:rPr>
                        <a:t>직원과 외주인</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ko-KR" altLang="en-US" sz="1100" b="0" i="0" u="none" strike="noStrike" kern="1200" baseline="0" dirty="0">
                          <a:solidFill>
                            <a:schemeClr val="dk1"/>
                          </a:solidFill>
                          <a:latin typeface="+mn-lt"/>
                          <a:ea typeface="+mn-ea"/>
                          <a:cs typeface="+mn-cs"/>
                        </a:rPr>
                        <a:t>직원과 외부인 사이의 성희롱은 업무의 공공성을 이유로 피해자가 공공기관 종사자와의 직위에 의한 관계에 의해서 회사의 불이익을 받을 수 있기 때문에 성희롱에 대한 피해를 감수하는 경향이 강함</a:t>
                      </a:r>
                      <a:r>
                        <a:rPr lang="en-US" altLang="ko-KR" sz="1100" b="0" i="0" u="none" strike="noStrike" kern="1200" baseline="0" dirty="0">
                          <a:solidFill>
                            <a:schemeClr val="dk1"/>
                          </a:solidFill>
                          <a:latin typeface="+mn-lt"/>
                          <a:ea typeface="+mn-ea"/>
                          <a:cs typeface="+mn-cs"/>
                        </a:rPr>
                        <a:t>, </a:t>
                      </a:r>
                      <a:r>
                        <a:rPr lang="ko-KR" altLang="en-US" sz="1100" b="0" i="0" u="none" strike="noStrike" kern="1200" baseline="0" dirty="0">
                          <a:solidFill>
                            <a:schemeClr val="dk1"/>
                          </a:solidFill>
                          <a:latin typeface="+mn-lt"/>
                          <a:ea typeface="+mn-ea"/>
                          <a:cs typeface="+mn-cs"/>
                        </a:rPr>
                        <a:t>이 경우는 상급자와 하급자 사이의 성희롱 사건에 준하여 사건을 취급하여야 함</a:t>
                      </a:r>
                      <a:endParaRPr lang="ko-KR" altLang="en-US" sz="1100" b="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64" name="모서리가 둥근 직사각형 63"/>
          <p:cNvSpPr/>
          <p:nvPr/>
        </p:nvSpPr>
        <p:spPr>
          <a:xfrm>
            <a:off x="740127" y="3373661"/>
            <a:ext cx="2606164" cy="360040"/>
          </a:xfrm>
          <a:prstGeom prst="roundRect">
            <a:avLst>
              <a:gd name="adj" fmla="val 3823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5" name="직사각형 64"/>
          <p:cNvSpPr/>
          <p:nvPr/>
        </p:nvSpPr>
        <p:spPr>
          <a:xfrm>
            <a:off x="341546" y="3373661"/>
            <a:ext cx="720080" cy="36004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6" name="TextBox 65"/>
          <p:cNvSpPr txBox="1"/>
          <p:nvPr/>
        </p:nvSpPr>
        <p:spPr>
          <a:xfrm>
            <a:off x="524103" y="3405231"/>
            <a:ext cx="1269899" cy="307777"/>
          </a:xfrm>
          <a:prstGeom prst="rect">
            <a:avLst/>
          </a:prstGeom>
          <a:noFill/>
        </p:spPr>
        <p:txBody>
          <a:bodyPr wrap="none" rtlCol="0">
            <a:spAutoFit/>
          </a:bodyPr>
          <a:lstStyle/>
          <a:p>
            <a:r>
              <a:rPr lang="ko-KR" altLang="en-US" sz="1400" dirty="0">
                <a:latin typeface="+mn-ea"/>
                <a:ea typeface="+mn-ea"/>
              </a:rPr>
              <a:t>  성희롱 예시</a:t>
            </a:r>
          </a:p>
        </p:txBody>
      </p:sp>
      <p:sp>
        <p:nvSpPr>
          <p:cNvPr id="67" name="직사각형 66"/>
          <p:cNvSpPr/>
          <p:nvPr/>
        </p:nvSpPr>
        <p:spPr>
          <a:xfrm>
            <a:off x="342828" y="3376819"/>
            <a:ext cx="291310" cy="356882"/>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a:t>4</a:t>
            </a:r>
            <a:endParaRPr lang="ko-KR" altLang="en-US" sz="1400" dirty="0"/>
          </a:p>
        </p:txBody>
      </p:sp>
      <p:graphicFrame>
        <p:nvGraphicFramePr>
          <p:cNvPr id="68" name="표 67"/>
          <p:cNvGraphicFramePr>
            <a:graphicFrameLocks noGrp="1"/>
          </p:cNvGraphicFramePr>
          <p:nvPr>
            <p:extLst>
              <p:ext uri="{D42A27DB-BD31-4B8C-83A1-F6EECF244321}">
                <p14:modId xmlns:p14="http://schemas.microsoft.com/office/powerpoint/2010/main" val="3889963592"/>
              </p:ext>
            </p:extLst>
          </p:nvPr>
        </p:nvGraphicFramePr>
        <p:xfrm>
          <a:off x="341545" y="3781326"/>
          <a:ext cx="9281055" cy="3000896"/>
        </p:xfrm>
        <a:graphic>
          <a:graphicData uri="http://schemas.openxmlformats.org/drawingml/2006/table">
            <a:tbl>
              <a:tblPr firstRow="1" bandRow="1">
                <a:tableStyleId>{5C22544A-7EE6-4342-B048-85BDC9FD1C3A}</a:tableStyleId>
              </a:tblPr>
              <a:tblGrid>
                <a:gridCol w="1379204">
                  <a:extLst>
                    <a:ext uri="{9D8B030D-6E8A-4147-A177-3AD203B41FA5}">
                      <a16:colId xmlns:a16="http://schemas.microsoft.com/office/drawing/2014/main" val="20000"/>
                    </a:ext>
                  </a:extLst>
                </a:gridCol>
                <a:gridCol w="7901851">
                  <a:extLst>
                    <a:ext uri="{9D8B030D-6E8A-4147-A177-3AD203B41FA5}">
                      <a16:colId xmlns:a16="http://schemas.microsoft.com/office/drawing/2014/main" val="20001"/>
                    </a:ext>
                  </a:extLst>
                </a:gridCol>
              </a:tblGrid>
              <a:tr h="364376">
                <a:tc>
                  <a:txBody>
                    <a:bodyPr/>
                    <a:lstStyle/>
                    <a:p>
                      <a:pPr algn="ctr" latinLnBrk="1"/>
                      <a:r>
                        <a:rPr lang="ko-KR" altLang="en-US" sz="1400" dirty="0">
                          <a:solidFill>
                            <a:schemeClr val="bg1"/>
                          </a:solidFill>
                        </a:rPr>
                        <a:t>행위</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latinLnBrk="1"/>
                      <a:r>
                        <a:rPr lang="ko-KR" altLang="en-US" sz="1400" dirty="0">
                          <a:solidFill>
                            <a:schemeClr val="bg1"/>
                          </a:solidFill>
                        </a:rPr>
                        <a:t>예시</a:t>
                      </a: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extLst>
                  <a:ext uri="{0D108BD9-81ED-4DB2-BD59-A6C34878D82A}">
                    <a16:rowId xmlns:a16="http://schemas.microsoft.com/office/drawing/2014/main" val="10000"/>
                  </a:ext>
                </a:extLst>
              </a:tr>
              <a:tr h="262868">
                <a:tc>
                  <a:txBody>
                    <a:bodyPr/>
                    <a:lstStyle/>
                    <a:p>
                      <a:pPr algn="ctr" latinLnBrk="1"/>
                      <a:r>
                        <a:rPr lang="ko-KR" altLang="en-US" sz="1100" b="0" dirty="0">
                          <a:solidFill>
                            <a:sysClr val="windowText" lastClr="000000"/>
                          </a:solidFill>
                        </a:rPr>
                        <a:t>육체적 행위</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ko-KR" altLang="en-US" sz="1100" b="0" i="0" u="none" strike="noStrike" kern="1200" baseline="0" dirty="0">
                          <a:solidFill>
                            <a:schemeClr val="dk1"/>
                          </a:solidFill>
                          <a:latin typeface="+mn-lt"/>
                          <a:ea typeface="+mn-ea"/>
                          <a:cs typeface="+mn-cs"/>
                        </a:rPr>
                        <a:t>입맞춤이나 포옹</a:t>
                      </a:r>
                      <a:r>
                        <a:rPr lang="en-US" altLang="ko-KR" sz="1100" b="0" i="0" u="none" strike="noStrike" kern="1200" baseline="0" dirty="0">
                          <a:solidFill>
                            <a:schemeClr val="dk1"/>
                          </a:solidFill>
                          <a:latin typeface="+mn-lt"/>
                          <a:ea typeface="+mn-ea"/>
                          <a:cs typeface="+mn-cs"/>
                        </a:rPr>
                        <a:t>, </a:t>
                      </a:r>
                      <a:r>
                        <a:rPr lang="ko-KR" altLang="en-US" sz="1100" b="0" i="0" u="none" strike="noStrike" kern="1200" baseline="0" dirty="0">
                          <a:solidFill>
                            <a:schemeClr val="dk1"/>
                          </a:solidFill>
                          <a:latin typeface="+mn-lt"/>
                          <a:ea typeface="+mn-ea"/>
                          <a:cs typeface="+mn-cs"/>
                        </a:rPr>
                        <a:t>뒤에서 껴안는 등의 신체적 접촉 행위</a:t>
                      </a:r>
                      <a:endParaRPr lang="en-US" altLang="ko-KR" sz="1100" b="0" i="0" u="none" strike="noStrike" kern="1200" baseline="0" dirty="0">
                        <a:solidFill>
                          <a:schemeClr val="dk1"/>
                        </a:solidFill>
                        <a:latin typeface="+mn-lt"/>
                        <a:ea typeface="+mn-ea"/>
                        <a:cs typeface="+mn-cs"/>
                      </a:endParaRPr>
                    </a:p>
                    <a:p>
                      <a:r>
                        <a:rPr lang="ko-KR" altLang="en-US" sz="1100" b="0" i="0" u="none" strike="noStrike" kern="1200" baseline="0" dirty="0">
                          <a:solidFill>
                            <a:schemeClr val="dk1"/>
                          </a:solidFill>
                          <a:latin typeface="+mn-lt"/>
                          <a:ea typeface="+mn-ea"/>
                          <a:cs typeface="+mn-cs"/>
                        </a:rPr>
                        <a:t>가슴 ･엉덩이 등 특정 신체부위를 만지는 행위</a:t>
                      </a:r>
                      <a:endParaRPr lang="en-US" altLang="ko-KR" sz="1100" b="0" i="0" u="none" strike="noStrike" kern="1200" baseline="0" dirty="0">
                        <a:solidFill>
                          <a:schemeClr val="dk1"/>
                        </a:solidFill>
                        <a:latin typeface="+mn-lt"/>
                        <a:ea typeface="+mn-ea"/>
                        <a:cs typeface="+mn-cs"/>
                      </a:endParaRPr>
                    </a:p>
                    <a:p>
                      <a:r>
                        <a:rPr lang="ko-KR" altLang="en-US" sz="1100" b="0" i="0" u="none" strike="noStrike" kern="1200" baseline="0" dirty="0">
                          <a:solidFill>
                            <a:schemeClr val="dk1"/>
                          </a:solidFill>
                          <a:latin typeface="+mn-lt"/>
                          <a:ea typeface="+mn-ea"/>
                          <a:cs typeface="+mn-cs"/>
                        </a:rPr>
                        <a:t>안마나 애무를 강요하는 행위</a:t>
                      </a:r>
                      <a:endParaRPr lang="ko-KR" altLang="en-US" sz="1100" b="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62868">
                <a:tc>
                  <a:txBody>
                    <a:bodyPr/>
                    <a:lstStyle/>
                    <a:p>
                      <a:pPr algn="ctr" latinLnBrk="1"/>
                      <a:r>
                        <a:rPr lang="ko-KR" altLang="en-US" sz="1100" b="0" dirty="0">
                          <a:solidFill>
                            <a:sysClr val="windowText" lastClr="000000"/>
                          </a:solidFill>
                        </a:rPr>
                        <a:t>언어적 행위</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ko-KR" altLang="en-US" sz="1100" b="0" i="0" u="none" strike="noStrike" kern="1200" baseline="0" dirty="0">
                          <a:solidFill>
                            <a:schemeClr val="dk1"/>
                          </a:solidFill>
                          <a:latin typeface="+mn-lt"/>
                          <a:ea typeface="+mn-ea"/>
                          <a:cs typeface="+mn-cs"/>
                        </a:rPr>
                        <a:t>음란한 농담을 하거나 음탕하고 상스러운 이야기를 하는 행위</a:t>
                      </a:r>
                      <a:r>
                        <a:rPr lang="en-US" altLang="ko-KR" sz="1100" b="0" i="0" u="none" strike="noStrike" kern="1200" baseline="0" dirty="0">
                          <a:solidFill>
                            <a:schemeClr val="dk1"/>
                          </a:solidFill>
                          <a:latin typeface="+mn-lt"/>
                          <a:ea typeface="+mn-ea"/>
                          <a:cs typeface="+mn-cs"/>
                        </a:rPr>
                        <a:t>(</a:t>
                      </a:r>
                      <a:r>
                        <a:rPr lang="ko-KR" altLang="en-US" sz="1100" b="0" i="0" u="none" strike="noStrike" kern="1200" baseline="0" dirty="0">
                          <a:solidFill>
                            <a:schemeClr val="dk1"/>
                          </a:solidFill>
                          <a:latin typeface="+mn-lt"/>
                          <a:ea typeface="+mn-ea"/>
                          <a:cs typeface="+mn-cs"/>
                        </a:rPr>
                        <a:t>전화 통화 포함</a:t>
                      </a:r>
                      <a:r>
                        <a:rPr lang="en-US" altLang="ko-KR" sz="1100" b="0" i="0" u="none" strike="noStrike" kern="1200" baseline="0" dirty="0">
                          <a:solidFill>
                            <a:schemeClr val="dk1"/>
                          </a:solidFill>
                          <a:latin typeface="+mn-lt"/>
                          <a:ea typeface="+mn-ea"/>
                          <a:cs typeface="+mn-cs"/>
                        </a:rPr>
                        <a:t>)</a:t>
                      </a:r>
                    </a:p>
                    <a:p>
                      <a:r>
                        <a:rPr lang="ko-KR" altLang="en-US" sz="1100" b="0" i="0" u="none" strike="noStrike" kern="1200" baseline="0" dirty="0">
                          <a:solidFill>
                            <a:schemeClr val="dk1"/>
                          </a:solidFill>
                          <a:latin typeface="+mn-lt"/>
                          <a:ea typeface="+mn-ea"/>
                          <a:cs typeface="+mn-cs"/>
                        </a:rPr>
                        <a:t>외모에 대한 성적인 비유나 평가를 한 행위 성적인 사실관계를 묻거나 성적인 내용의 정보를 의도적으로 퍼뜨리는 행위</a:t>
                      </a:r>
                    </a:p>
                    <a:p>
                      <a:r>
                        <a:rPr lang="ko-KR" altLang="en-US" sz="1100" b="0" i="0" u="none" strike="noStrike" kern="1200" baseline="0" dirty="0">
                          <a:solidFill>
                            <a:schemeClr val="dk1"/>
                          </a:solidFill>
                          <a:latin typeface="+mn-lt"/>
                          <a:ea typeface="+mn-ea"/>
                          <a:cs typeface="+mn-cs"/>
                        </a:rPr>
                        <a:t>성적인 관계를 강요하거나 회유하는 행위</a:t>
                      </a:r>
                    </a:p>
                    <a:p>
                      <a:r>
                        <a:rPr lang="ko-KR" altLang="en-US" sz="1100" b="0" i="0" u="none" strike="noStrike" kern="1200" baseline="0" dirty="0">
                          <a:solidFill>
                            <a:schemeClr val="dk1"/>
                          </a:solidFill>
                          <a:latin typeface="+mn-lt"/>
                          <a:ea typeface="+mn-ea"/>
                          <a:cs typeface="+mn-cs"/>
                        </a:rPr>
                        <a:t>회식자리 등에서 무리하게 옆에 앉혀 술을 따르도록 강요하는 행위</a:t>
                      </a:r>
                      <a:endParaRPr lang="ko-KR" altLang="en-US" sz="1100" b="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08129">
                <a:tc>
                  <a:txBody>
                    <a:bodyPr/>
                    <a:lstStyle/>
                    <a:p>
                      <a:pPr algn="ctr" latinLnBrk="1"/>
                      <a:r>
                        <a:rPr lang="ko-KR" altLang="en-US" sz="1100" b="0" dirty="0">
                          <a:solidFill>
                            <a:sysClr val="windowText" lastClr="000000"/>
                          </a:solidFill>
                        </a:rPr>
                        <a:t>시각적 행위</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ko-KR" altLang="en-US" sz="1100" b="0" i="0" u="none" strike="noStrike" kern="1200" baseline="0" dirty="0">
                          <a:solidFill>
                            <a:schemeClr val="dk1"/>
                          </a:solidFill>
                          <a:latin typeface="+mn-lt"/>
                          <a:ea typeface="+mn-ea"/>
                          <a:cs typeface="+mn-cs"/>
                        </a:rPr>
                        <a:t>음란한 사진 ･그림 ･낙서 ･출판물 등을 게시하거나 보여 주는 행위</a:t>
                      </a:r>
                    </a:p>
                    <a:p>
                      <a:r>
                        <a:rPr lang="en-US" altLang="ko-KR" sz="1100" b="0" i="0" u="none" strike="noStrike" kern="1200" baseline="0" dirty="0">
                          <a:solidFill>
                            <a:schemeClr val="dk1"/>
                          </a:solidFill>
                          <a:latin typeface="+mn-lt"/>
                          <a:ea typeface="+mn-ea"/>
                          <a:cs typeface="+mn-cs"/>
                        </a:rPr>
                        <a:t>(</a:t>
                      </a:r>
                      <a:r>
                        <a:rPr lang="ko-KR" altLang="en-US" sz="1100" b="0" i="0" u="none" strike="noStrike" kern="1200" baseline="0" dirty="0">
                          <a:solidFill>
                            <a:schemeClr val="dk1"/>
                          </a:solidFill>
                          <a:latin typeface="+mn-lt"/>
                          <a:ea typeface="+mn-ea"/>
                          <a:cs typeface="+mn-cs"/>
                        </a:rPr>
                        <a:t>컴퓨터통신이나 팩시밀리 등을 이용하는 경우를 포함</a:t>
                      </a:r>
                      <a:r>
                        <a:rPr lang="en-US" altLang="ko-KR" sz="1100" b="0" i="0" u="none" strike="noStrike" kern="1200" baseline="0" dirty="0">
                          <a:solidFill>
                            <a:schemeClr val="dk1"/>
                          </a:solidFill>
                          <a:latin typeface="+mn-lt"/>
                          <a:ea typeface="+mn-ea"/>
                          <a:cs typeface="+mn-cs"/>
                        </a:rPr>
                        <a:t>)</a:t>
                      </a:r>
                    </a:p>
                    <a:p>
                      <a:r>
                        <a:rPr lang="ko-KR" altLang="en-US" sz="1100" b="0" i="0" u="none" strike="noStrike" kern="1200" baseline="0" dirty="0">
                          <a:solidFill>
                            <a:schemeClr val="dk1"/>
                          </a:solidFill>
                          <a:latin typeface="+mn-lt"/>
                          <a:ea typeface="+mn-ea"/>
                          <a:cs typeface="+mn-cs"/>
                        </a:rPr>
                        <a:t>성과 관련된 자신의 특정 신체부위를 고의적으로 노출하거나 만지는 행위</a:t>
                      </a:r>
                      <a:endParaRPr lang="ko-KR" altLang="en-US" sz="1100" b="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31140">
                <a:tc>
                  <a:txBody>
                    <a:bodyPr/>
                    <a:lstStyle/>
                    <a:p>
                      <a:pPr algn="ctr" latinLnBrk="1"/>
                      <a:r>
                        <a:rPr lang="ko-KR" altLang="en-US" sz="1100" b="0" dirty="0">
                          <a:solidFill>
                            <a:sysClr val="windowText" lastClr="000000"/>
                          </a:solidFill>
                        </a:rPr>
                        <a:t>기타</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ko-KR" altLang="en-US" sz="1100" b="0" i="0" u="none" strike="noStrike" kern="1200" baseline="0" dirty="0">
                          <a:solidFill>
                            <a:schemeClr val="dk1"/>
                          </a:solidFill>
                          <a:latin typeface="+mn-lt"/>
                          <a:ea typeface="+mn-ea"/>
                          <a:cs typeface="+mn-cs"/>
                        </a:rPr>
                        <a:t>그 밖의 사회통념상 성적 굴욕감 또는 혐오감을 느끼게 하는 것으로 인정되는 언어나 </a:t>
                      </a:r>
                      <a:r>
                        <a:rPr lang="ko-KR" altLang="en-US" sz="1100" b="0" i="0" u="none" strike="noStrike" kern="1200" baseline="0" dirty="0" err="1">
                          <a:solidFill>
                            <a:schemeClr val="dk1"/>
                          </a:solidFill>
                          <a:latin typeface="+mn-lt"/>
                          <a:ea typeface="+mn-ea"/>
                          <a:cs typeface="+mn-cs"/>
                        </a:rPr>
                        <a:t>행동성</a:t>
                      </a:r>
                      <a:endParaRPr lang="ko-KR" altLang="en-US" sz="1100" b="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31140">
                <a:tc>
                  <a:txBody>
                    <a:bodyPr/>
                    <a:lstStyle/>
                    <a:p>
                      <a:pPr algn="ctr" latinLnBrk="1"/>
                      <a:r>
                        <a:rPr lang="ko-KR" altLang="en-US" sz="1100" b="0" dirty="0">
                          <a:solidFill>
                            <a:sysClr val="windowText" lastClr="000000"/>
                          </a:solidFill>
                        </a:rPr>
                        <a:t>고용에 불이익을</a:t>
                      </a:r>
                      <a:endParaRPr lang="en-US" altLang="ko-KR" sz="1100" b="0" dirty="0">
                        <a:solidFill>
                          <a:sysClr val="windowText" lastClr="000000"/>
                        </a:solidFill>
                      </a:endParaRPr>
                    </a:p>
                    <a:p>
                      <a:pPr algn="ctr" latinLnBrk="1"/>
                      <a:r>
                        <a:rPr lang="ko-KR" altLang="en-US" sz="1100" b="0" dirty="0">
                          <a:solidFill>
                            <a:sysClr val="windowText" lastClr="000000"/>
                          </a:solidFill>
                        </a:rPr>
                        <a:t>주는 것</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ko-KR" altLang="en-US" sz="1100" b="0" i="0" u="none" strike="noStrike" kern="1200" baseline="0" dirty="0">
                          <a:solidFill>
                            <a:schemeClr val="dk1"/>
                          </a:solidFill>
                          <a:latin typeface="+mn-lt"/>
                          <a:ea typeface="+mn-ea"/>
                          <a:cs typeface="+mn-cs"/>
                        </a:rPr>
                        <a:t>채용탈락</a:t>
                      </a:r>
                      <a:r>
                        <a:rPr lang="en-US" altLang="ko-KR" sz="1100" b="0" i="0" u="none" strike="noStrike" kern="1200" baseline="0" dirty="0">
                          <a:solidFill>
                            <a:schemeClr val="dk1"/>
                          </a:solidFill>
                          <a:latin typeface="+mn-lt"/>
                          <a:ea typeface="+mn-ea"/>
                          <a:cs typeface="+mn-cs"/>
                        </a:rPr>
                        <a:t>, </a:t>
                      </a:r>
                      <a:r>
                        <a:rPr lang="ko-KR" altLang="en-US" sz="1100" b="0" i="0" u="none" strike="noStrike" kern="1200" baseline="0" dirty="0">
                          <a:solidFill>
                            <a:schemeClr val="dk1"/>
                          </a:solidFill>
                          <a:latin typeface="+mn-lt"/>
                          <a:ea typeface="+mn-ea"/>
                          <a:cs typeface="+mn-cs"/>
                        </a:rPr>
                        <a:t>감봉</a:t>
                      </a:r>
                      <a:r>
                        <a:rPr lang="en-US" altLang="ko-KR" sz="1100" b="0" i="0" u="none" strike="noStrike" kern="1200" baseline="0" dirty="0">
                          <a:solidFill>
                            <a:schemeClr val="dk1"/>
                          </a:solidFill>
                          <a:latin typeface="+mn-lt"/>
                          <a:ea typeface="+mn-ea"/>
                          <a:cs typeface="+mn-cs"/>
                        </a:rPr>
                        <a:t>, </a:t>
                      </a:r>
                      <a:r>
                        <a:rPr lang="ko-KR" altLang="en-US" sz="1100" b="0" i="0" u="none" strike="noStrike" kern="1200" baseline="0" dirty="0">
                          <a:solidFill>
                            <a:schemeClr val="dk1"/>
                          </a:solidFill>
                          <a:latin typeface="+mn-lt"/>
                          <a:ea typeface="+mn-ea"/>
                          <a:cs typeface="+mn-cs"/>
                        </a:rPr>
                        <a:t>승진탈락</a:t>
                      </a:r>
                      <a:r>
                        <a:rPr lang="en-US" altLang="ko-KR" sz="1100" b="0" i="0" u="none" strike="noStrike" kern="1200" baseline="0" dirty="0">
                          <a:solidFill>
                            <a:schemeClr val="dk1"/>
                          </a:solidFill>
                          <a:latin typeface="+mn-lt"/>
                          <a:ea typeface="+mn-ea"/>
                          <a:cs typeface="+mn-cs"/>
                        </a:rPr>
                        <a:t>, </a:t>
                      </a:r>
                      <a:r>
                        <a:rPr lang="ko-KR" altLang="en-US" sz="1100" b="0" i="0" u="none" strike="noStrike" kern="1200" baseline="0" dirty="0">
                          <a:solidFill>
                            <a:schemeClr val="dk1"/>
                          </a:solidFill>
                          <a:latin typeface="+mn-lt"/>
                          <a:ea typeface="+mn-ea"/>
                          <a:cs typeface="+mn-cs"/>
                        </a:rPr>
                        <a:t>견직</a:t>
                      </a:r>
                      <a:r>
                        <a:rPr lang="en-US" altLang="ko-KR" sz="1100" b="0" i="0" u="none" strike="noStrike" kern="1200" baseline="0" dirty="0">
                          <a:solidFill>
                            <a:schemeClr val="dk1"/>
                          </a:solidFill>
                          <a:latin typeface="+mn-lt"/>
                          <a:ea typeface="+mn-ea"/>
                          <a:cs typeface="+mn-cs"/>
                        </a:rPr>
                        <a:t>(</a:t>
                      </a:r>
                      <a:r>
                        <a:rPr lang="ko-KR" altLang="en-US" sz="1100" b="0" i="0" u="none" strike="noStrike" kern="1200" baseline="0" dirty="0">
                          <a:solidFill>
                            <a:schemeClr val="dk1"/>
                          </a:solidFill>
                          <a:latin typeface="+mn-lt"/>
                          <a:ea typeface="+mn-ea"/>
                          <a:cs typeface="+mn-cs"/>
                        </a:rPr>
                        <a:t>絹織</a:t>
                      </a:r>
                      <a:r>
                        <a:rPr lang="en-US" altLang="ko-KR" sz="1100" b="0" i="0" u="none" strike="noStrike" kern="1200" baseline="0" dirty="0">
                          <a:solidFill>
                            <a:schemeClr val="dk1"/>
                          </a:solidFill>
                          <a:latin typeface="+mn-lt"/>
                          <a:ea typeface="+mn-ea"/>
                          <a:cs typeface="+mn-cs"/>
                        </a:rPr>
                        <a:t>), </a:t>
                      </a:r>
                      <a:r>
                        <a:rPr lang="ko-KR" altLang="en-US" sz="1100" b="0" i="0" u="none" strike="noStrike" kern="1200" baseline="0" dirty="0">
                          <a:solidFill>
                            <a:schemeClr val="dk1"/>
                          </a:solidFill>
                          <a:latin typeface="+mn-lt"/>
                          <a:ea typeface="+mn-ea"/>
                          <a:cs typeface="+mn-cs"/>
                        </a:rPr>
                        <a:t>정직</a:t>
                      </a:r>
                      <a:r>
                        <a:rPr lang="en-US" altLang="ko-KR" sz="1100" b="0" i="0" u="none" strike="noStrike" kern="1200" baseline="0" dirty="0">
                          <a:solidFill>
                            <a:schemeClr val="dk1"/>
                          </a:solidFill>
                          <a:latin typeface="+mn-lt"/>
                          <a:ea typeface="+mn-ea"/>
                          <a:cs typeface="+mn-cs"/>
                        </a:rPr>
                        <a:t>(</a:t>
                      </a:r>
                      <a:r>
                        <a:rPr lang="ko-KR" altLang="en-US" sz="1100" b="0" i="0" u="none" strike="noStrike" kern="1200" baseline="0" dirty="0">
                          <a:solidFill>
                            <a:schemeClr val="dk1"/>
                          </a:solidFill>
                          <a:latin typeface="+mn-lt"/>
                          <a:ea typeface="+mn-ea"/>
                          <a:cs typeface="+mn-cs"/>
                        </a:rPr>
                        <a:t>停職</a:t>
                      </a:r>
                      <a:r>
                        <a:rPr lang="en-US" altLang="ko-KR" sz="1100" b="0" i="0" u="none" strike="noStrike" kern="1200" baseline="0" dirty="0">
                          <a:solidFill>
                            <a:schemeClr val="dk1"/>
                          </a:solidFill>
                          <a:latin typeface="+mn-lt"/>
                          <a:ea typeface="+mn-ea"/>
                          <a:cs typeface="+mn-cs"/>
                        </a:rPr>
                        <a:t>), </a:t>
                      </a:r>
                      <a:r>
                        <a:rPr lang="ko-KR" altLang="en-US" sz="1100" b="0" i="0" u="none" strike="noStrike" kern="1200" baseline="0" dirty="0">
                          <a:solidFill>
                            <a:schemeClr val="dk1"/>
                          </a:solidFill>
                          <a:latin typeface="+mn-lt"/>
                          <a:ea typeface="+mn-ea"/>
                          <a:cs typeface="+mn-cs"/>
                        </a:rPr>
                        <a:t>휴직</a:t>
                      </a:r>
                      <a:r>
                        <a:rPr lang="en-US" altLang="ko-KR" sz="1100" b="0" i="0" u="none" strike="noStrike" kern="1200" baseline="0" dirty="0">
                          <a:solidFill>
                            <a:schemeClr val="dk1"/>
                          </a:solidFill>
                          <a:latin typeface="+mn-lt"/>
                          <a:ea typeface="+mn-ea"/>
                          <a:cs typeface="+mn-cs"/>
                        </a:rPr>
                        <a:t>, </a:t>
                      </a:r>
                      <a:r>
                        <a:rPr lang="ko-KR" altLang="en-US" sz="1100" b="0" i="0" u="none" strike="noStrike" kern="1200" baseline="0" dirty="0">
                          <a:solidFill>
                            <a:schemeClr val="dk1"/>
                          </a:solidFill>
                          <a:latin typeface="+mn-lt"/>
                          <a:ea typeface="+mn-ea"/>
                          <a:cs typeface="+mn-cs"/>
                        </a:rPr>
                        <a:t>해고 등과 같이 채용 또는 근로조건을 일방적으로 불리하게 하는 것</a:t>
                      </a:r>
                      <a:endParaRPr lang="ko-KR" altLang="en-US" sz="1100" b="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99861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제목 3"/>
          <p:cNvSpPr txBox="1">
            <a:spLocks/>
          </p:cNvSpPr>
          <p:nvPr/>
        </p:nvSpPr>
        <p:spPr bwMode="auto">
          <a:xfrm>
            <a:off x="223928" y="176592"/>
            <a:ext cx="4873088" cy="506486"/>
          </a:xfrm>
          <a:prstGeom prst="rect">
            <a:avLst/>
          </a:prstGeom>
          <a:noFill/>
          <a:ln w="9525">
            <a:noFill/>
            <a:miter lim="800000"/>
            <a:headEnd/>
            <a:tailEnd/>
          </a:ln>
        </p:spPr>
        <p:txBody>
          <a:bodyPr vert="horz" wrap="square" lIns="95784" tIns="47892" rIns="95784" bIns="47892" numCol="1" rtlCol="0" anchor="ctr" anchorCtr="0" compatLnSpc="1">
            <a:prstTxWarp prst="textNoShape">
              <a:avLst/>
            </a:prstTxWarp>
            <a:normAutofit/>
          </a:bodyPr>
          <a:lstStyle>
            <a:lvl1pPr algn="ctr" defTabSz="957263" rtl="0" eaLnBrk="0" fontAlgn="base" latinLnBrk="1" hangingPunct="0">
              <a:spcBef>
                <a:spcPct val="0"/>
              </a:spcBef>
              <a:spcAft>
                <a:spcPct val="0"/>
              </a:spcAft>
              <a:defRPr sz="2400" kern="1200">
                <a:solidFill>
                  <a:schemeClr val="tx1"/>
                </a:solidFill>
                <a:latin typeface="+mj-lt"/>
                <a:ea typeface="+mj-ea"/>
                <a:cs typeface="+mj-cs"/>
              </a:defRPr>
            </a:lvl1pPr>
            <a:lvl2pPr algn="ctr" defTabSz="957263" rtl="0" eaLnBrk="0" fontAlgn="base" latinLnBrk="1" hangingPunct="0">
              <a:spcBef>
                <a:spcPct val="0"/>
              </a:spcBef>
              <a:spcAft>
                <a:spcPct val="0"/>
              </a:spcAft>
              <a:defRPr sz="4600">
                <a:solidFill>
                  <a:schemeClr val="tx1"/>
                </a:solidFill>
                <a:latin typeface="맑은 고딕" pitchFamily="50" charset="-127"/>
                <a:ea typeface="맑은 고딕" pitchFamily="50" charset="-127"/>
              </a:defRPr>
            </a:lvl2pPr>
            <a:lvl3pPr algn="ctr" defTabSz="957263" rtl="0" eaLnBrk="0" fontAlgn="base" latinLnBrk="1" hangingPunct="0">
              <a:spcBef>
                <a:spcPct val="0"/>
              </a:spcBef>
              <a:spcAft>
                <a:spcPct val="0"/>
              </a:spcAft>
              <a:defRPr sz="4600">
                <a:solidFill>
                  <a:schemeClr val="tx1"/>
                </a:solidFill>
                <a:latin typeface="맑은 고딕" pitchFamily="50" charset="-127"/>
                <a:ea typeface="맑은 고딕" pitchFamily="50" charset="-127"/>
              </a:defRPr>
            </a:lvl3pPr>
            <a:lvl4pPr algn="ctr" defTabSz="957263" rtl="0" eaLnBrk="0" fontAlgn="base" latinLnBrk="1" hangingPunct="0">
              <a:spcBef>
                <a:spcPct val="0"/>
              </a:spcBef>
              <a:spcAft>
                <a:spcPct val="0"/>
              </a:spcAft>
              <a:defRPr sz="4600">
                <a:solidFill>
                  <a:schemeClr val="tx1"/>
                </a:solidFill>
                <a:latin typeface="맑은 고딕" pitchFamily="50" charset="-127"/>
                <a:ea typeface="맑은 고딕" pitchFamily="50" charset="-127"/>
              </a:defRPr>
            </a:lvl4pPr>
            <a:lvl5pPr algn="ctr" defTabSz="957263" rtl="0" eaLnBrk="0" fontAlgn="base" latinLnBrk="1" hangingPunct="0">
              <a:spcBef>
                <a:spcPct val="0"/>
              </a:spcBef>
              <a:spcAft>
                <a:spcPct val="0"/>
              </a:spcAft>
              <a:defRPr sz="4600">
                <a:solidFill>
                  <a:schemeClr val="tx1"/>
                </a:solidFill>
                <a:latin typeface="맑은 고딕" pitchFamily="50" charset="-127"/>
                <a:ea typeface="맑은 고딕" pitchFamily="50" charset="-127"/>
              </a:defRPr>
            </a:lvl5pPr>
            <a:lvl6pPr marL="419847" algn="ctr" defTabSz="957776" rtl="0" fontAlgn="base" latinLnBrk="1">
              <a:spcBef>
                <a:spcPct val="0"/>
              </a:spcBef>
              <a:spcAft>
                <a:spcPct val="0"/>
              </a:spcAft>
              <a:defRPr sz="4600">
                <a:solidFill>
                  <a:schemeClr val="tx1"/>
                </a:solidFill>
                <a:latin typeface="맑은 고딕" pitchFamily="50" charset="-127"/>
                <a:ea typeface="맑은 고딕" pitchFamily="50" charset="-127"/>
              </a:defRPr>
            </a:lvl6pPr>
            <a:lvl7pPr marL="839694" algn="ctr" defTabSz="957776" rtl="0" fontAlgn="base" latinLnBrk="1">
              <a:spcBef>
                <a:spcPct val="0"/>
              </a:spcBef>
              <a:spcAft>
                <a:spcPct val="0"/>
              </a:spcAft>
              <a:defRPr sz="4600">
                <a:solidFill>
                  <a:schemeClr val="tx1"/>
                </a:solidFill>
                <a:latin typeface="맑은 고딕" pitchFamily="50" charset="-127"/>
                <a:ea typeface="맑은 고딕" pitchFamily="50" charset="-127"/>
              </a:defRPr>
            </a:lvl7pPr>
            <a:lvl8pPr marL="1259540" algn="ctr" defTabSz="957776" rtl="0" fontAlgn="base" latinLnBrk="1">
              <a:spcBef>
                <a:spcPct val="0"/>
              </a:spcBef>
              <a:spcAft>
                <a:spcPct val="0"/>
              </a:spcAft>
              <a:defRPr sz="4600">
                <a:solidFill>
                  <a:schemeClr val="tx1"/>
                </a:solidFill>
                <a:latin typeface="맑은 고딕" pitchFamily="50" charset="-127"/>
                <a:ea typeface="맑은 고딕" pitchFamily="50" charset="-127"/>
              </a:defRPr>
            </a:lvl8pPr>
            <a:lvl9pPr marL="1679387" algn="ctr" defTabSz="957776" rtl="0" fontAlgn="base" latinLnBrk="1">
              <a:spcBef>
                <a:spcPct val="0"/>
              </a:spcBef>
              <a:spcAft>
                <a:spcPct val="0"/>
              </a:spcAft>
              <a:defRPr sz="4600">
                <a:solidFill>
                  <a:schemeClr val="tx1"/>
                </a:solidFill>
                <a:latin typeface="맑은 고딕" pitchFamily="50" charset="-127"/>
                <a:ea typeface="맑은 고딕" pitchFamily="50" charset="-127"/>
              </a:defRPr>
            </a:lvl9pPr>
          </a:lstStyle>
          <a:p>
            <a:pPr algn="l" fontAlgn="auto">
              <a:spcAft>
                <a:spcPts val="0"/>
              </a:spcAft>
              <a:defRPr/>
            </a:pPr>
            <a:r>
              <a:rPr kumimoji="0" lang="ko-KR" altLang="en-US" sz="2000" dirty="0"/>
              <a:t>성희롱 사건처리 매뉴얼</a:t>
            </a:r>
          </a:p>
        </p:txBody>
      </p:sp>
      <p:sp>
        <p:nvSpPr>
          <p:cNvPr id="46" name="모서리가 둥근 직사각형 45"/>
          <p:cNvSpPr/>
          <p:nvPr/>
        </p:nvSpPr>
        <p:spPr>
          <a:xfrm>
            <a:off x="717642" y="734724"/>
            <a:ext cx="2606164" cy="360040"/>
          </a:xfrm>
          <a:prstGeom prst="roundRect">
            <a:avLst>
              <a:gd name="adj" fmla="val 3823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7" name="직사각형 46"/>
          <p:cNvSpPr/>
          <p:nvPr/>
        </p:nvSpPr>
        <p:spPr>
          <a:xfrm>
            <a:off x="319061" y="734724"/>
            <a:ext cx="720080" cy="36004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TextBox 47"/>
          <p:cNvSpPr txBox="1"/>
          <p:nvPr/>
        </p:nvSpPr>
        <p:spPr>
          <a:xfrm>
            <a:off x="501618" y="766294"/>
            <a:ext cx="2409634" cy="307777"/>
          </a:xfrm>
          <a:prstGeom prst="rect">
            <a:avLst/>
          </a:prstGeom>
          <a:noFill/>
        </p:spPr>
        <p:txBody>
          <a:bodyPr wrap="none" rtlCol="0">
            <a:spAutoFit/>
          </a:bodyPr>
          <a:lstStyle/>
          <a:p>
            <a:r>
              <a:rPr lang="ko-KR" altLang="en-US" sz="1400" dirty="0">
                <a:latin typeface="+mn-ea"/>
                <a:ea typeface="+mn-ea"/>
              </a:rPr>
              <a:t>  성희롱 사건처리 세부절차</a:t>
            </a:r>
          </a:p>
        </p:txBody>
      </p:sp>
      <p:sp>
        <p:nvSpPr>
          <p:cNvPr id="49" name="직사각형 48"/>
          <p:cNvSpPr/>
          <p:nvPr/>
        </p:nvSpPr>
        <p:spPr>
          <a:xfrm>
            <a:off x="320343" y="737882"/>
            <a:ext cx="291310" cy="356882"/>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a:t>5</a:t>
            </a:r>
            <a:endParaRPr lang="ko-KR" altLang="en-US" sz="1400" dirty="0"/>
          </a:p>
        </p:txBody>
      </p:sp>
      <p:graphicFrame>
        <p:nvGraphicFramePr>
          <p:cNvPr id="3" name="표 2"/>
          <p:cNvGraphicFramePr>
            <a:graphicFrameLocks noGrp="1"/>
          </p:cNvGraphicFramePr>
          <p:nvPr>
            <p:extLst>
              <p:ext uri="{D42A27DB-BD31-4B8C-83A1-F6EECF244321}">
                <p14:modId xmlns:p14="http://schemas.microsoft.com/office/powerpoint/2010/main" val="3779250158"/>
              </p:ext>
            </p:extLst>
          </p:nvPr>
        </p:nvGraphicFramePr>
        <p:xfrm>
          <a:off x="3056712" y="1183010"/>
          <a:ext cx="3590032" cy="370840"/>
        </p:xfrm>
        <a:graphic>
          <a:graphicData uri="http://schemas.openxmlformats.org/drawingml/2006/table">
            <a:tbl>
              <a:tblPr firstRow="1" bandRow="1">
                <a:tableStyleId>{5C22544A-7EE6-4342-B048-85BDC9FD1C3A}</a:tableStyleId>
              </a:tblPr>
              <a:tblGrid>
                <a:gridCol w="3590032">
                  <a:extLst>
                    <a:ext uri="{9D8B030D-6E8A-4147-A177-3AD203B41FA5}">
                      <a16:colId xmlns:a16="http://schemas.microsoft.com/office/drawing/2014/main" val="20000"/>
                    </a:ext>
                  </a:extLst>
                </a:gridCol>
              </a:tblGrid>
              <a:tr h="370840">
                <a:tc>
                  <a:txBody>
                    <a:bodyPr/>
                    <a:lstStyle/>
                    <a:p>
                      <a:pPr algn="ctr" latinLnBrk="1"/>
                      <a:r>
                        <a:rPr lang="ko-KR" altLang="en-US" sz="1400" dirty="0"/>
                        <a:t>사건 발생</a:t>
                      </a:r>
                    </a:p>
                  </a:txBody>
                  <a:tcPr anchor="ctr">
                    <a:solidFill>
                      <a:schemeClr val="tx1">
                        <a:lumMod val="50000"/>
                        <a:lumOff val="50000"/>
                      </a:schemeClr>
                    </a:solidFill>
                  </a:tcPr>
                </a:tc>
                <a:extLst>
                  <a:ext uri="{0D108BD9-81ED-4DB2-BD59-A6C34878D82A}">
                    <a16:rowId xmlns:a16="http://schemas.microsoft.com/office/drawing/2014/main" val="10000"/>
                  </a:ext>
                </a:extLst>
              </a:tr>
            </a:tbl>
          </a:graphicData>
        </a:graphic>
      </p:graphicFrame>
      <p:graphicFrame>
        <p:nvGraphicFramePr>
          <p:cNvPr id="73" name="표 72"/>
          <p:cNvGraphicFramePr>
            <a:graphicFrameLocks noGrp="1"/>
          </p:cNvGraphicFramePr>
          <p:nvPr>
            <p:extLst>
              <p:ext uri="{D42A27DB-BD31-4B8C-83A1-F6EECF244321}">
                <p14:modId xmlns:p14="http://schemas.microsoft.com/office/powerpoint/2010/main" val="896704341"/>
              </p:ext>
            </p:extLst>
          </p:nvPr>
        </p:nvGraphicFramePr>
        <p:xfrm>
          <a:off x="3068675" y="1865615"/>
          <a:ext cx="3590032" cy="370840"/>
        </p:xfrm>
        <a:graphic>
          <a:graphicData uri="http://schemas.openxmlformats.org/drawingml/2006/table">
            <a:tbl>
              <a:tblPr firstRow="1" bandRow="1">
                <a:tableStyleId>{5C22544A-7EE6-4342-B048-85BDC9FD1C3A}</a:tableStyleId>
              </a:tblPr>
              <a:tblGrid>
                <a:gridCol w="3590032">
                  <a:extLst>
                    <a:ext uri="{9D8B030D-6E8A-4147-A177-3AD203B41FA5}">
                      <a16:colId xmlns:a16="http://schemas.microsoft.com/office/drawing/2014/main" val="20000"/>
                    </a:ext>
                  </a:extLst>
                </a:gridCol>
              </a:tblGrid>
              <a:tr h="370840">
                <a:tc>
                  <a:txBody>
                    <a:bodyPr/>
                    <a:lstStyle/>
                    <a:p>
                      <a:pPr algn="ctr" latinLnBrk="1"/>
                      <a:r>
                        <a:rPr lang="ko-KR" altLang="en-US" sz="1400" dirty="0">
                          <a:solidFill>
                            <a:schemeClr val="tx1"/>
                          </a:solidFill>
                        </a:rPr>
                        <a:t>성희롱 고충사건 상담 신청</a:t>
                      </a:r>
                    </a:p>
                  </a:txBody>
                  <a:tcPr anchor="c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74" name="아래쪽 화살표 73"/>
          <p:cNvSpPr/>
          <p:nvPr/>
        </p:nvSpPr>
        <p:spPr>
          <a:xfrm>
            <a:off x="4782465" y="2271873"/>
            <a:ext cx="112468" cy="288032"/>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6" name="표 75"/>
          <p:cNvGraphicFramePr>
            <a:graphicFrameLocks noGrp="1"/>
          </p:cNvGraphicFramePr>
          <p:nvPr>
            <p:extLst>
              <p:ext uri="{D42A27DB-BD31-4B8C-83A1-F6EECF244321}">
                <p14:modId xmlns:p14="http://schemas.microsoft.com/office/powerpoint/2010/main" val="2669738281"/>
              </p:ext>
            </p:extLst>
          </p:nvPr>
        </p:nvGraphicFramePr>
        <p:xfrm>
          <a:off x="3056185" y="2574895"/>
          <a:ext cx="3590032" cy="370840"/>
        </p:xfrm>
        <a:graphic>
          <a:graphicData uri="http://schemas.openxmlformats.org/drawingml/2006/table">
            <a:tbl>
              <a:tblPr firstRow="1" bandRow="1">
                <a:tableStyleId>{5C22544A-7EE6-4342-B048-85BDC9FD1C3A}</a:tableStyleId>
              </a:tblPr>
              <a:tblGrid>
                <a:gridCol w="3590032">
                  <a:extLst>
                    <a:ext uri="{9D8B030D-6E8A-4147-A177-3AD203B41FA5}">
                      <a16:colId xmlns:a16="http://schemas.microsoft.com/office/drawing/2014/main" val="20000"/>
                    </a:ext>
                  </a:extLst>
                </a:gridCol>
              </a:tblGrid>
              <a:tr h="370840">
                <a:tc>
                  <a:txBody>
                    <a:bodyPr/>
                    <a:lstStyle/>
                    <a:p>
                      <a:pPr algn="ctr" latinLnBrk="1"/>
                      <a:r>
                        <a:rPr lang="ko-KR" altLang="en-US" sz="1400" dirty="0">
                          <a:solidFill>
                            <a:schemeClr val="tx1"/>
                          </a:solidFill>
                        </a:rPr>
                        <a:t>신청 접수 및 상담 실시</a:t>
                      </a:r>
                    </a:p>
                  </a:txBody>
                  <a:tcPr anchor="c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77" name="아래쪽 화살표 76"/>
          <p:cNvSpPr/>
          <p:nvPr/>
        </p:nvSpPr>
        <p:spPr>
          <a:xfrm>
            <a:off x="4777912" y="1573030"/>
            <a:ext cx="112468" cy="288032"/>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8" name="아래쪽 화살표 77"/>
          <p:cNvSpPr/>
          <p:nvPr/>
        </p:nvSpPr>
        <p:spPr>
          <a:xfrm>
            <a:off x="4783747" y="2990705"/>
            <a:ext cx="112468" cy="288032"/>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9" name="표 78"/>
          <p:cNvGraphicFramePr>
            <a:graphicFrameLocks noGrp="1"/>
          </p:cNvGraphicFramePr>
          <p:nvPr>
            <p:extLst>
              <p:ext uri="{D42A27DB-BD31-4B8C-83A1-F6EECF244321}">
                <p14:modId xmlns:p14="http://schemas.microsoft.com/office/powerpoint/2010/main" val="3917639423"/>
              </p:ext>
            </p:extLst>
          </p:nvPr>
        </p:nvGraphicFramePr>
        <p:xfrm>
          <a:off x="3074559" y="3293727"/>
          <a:ext cx="3590032" cy="370840"/>
        </p:xfrm>
        <a:graphic>
          <a:graphicData uri="http://schemas.openxmlformats.org/drawingml/2006/table">
            <a:tbl>
              <a:tblPr firstRow="1" bandRow="1">
                <a:tableStyleId>{5C22544A-7EE6-4342-B048-85BDC9FD1C3A}</a:tableStyleId>
              </a:tblPr>
              <a:tblGrid>
                <a:gridCol w="3590032">
                  <a:extLst>
                    <a:ext uri="{9D8B030D-6E8A-4147-A177-3AD203B41FA5}">
                      <a16:colId xmlns:a16="http://schemas.microsoft.com/office/drawing/2014/main" val="20000"/>
                    </a:ext>
                  </a:extLst>
                </a:gridCol>
              </a:tblGrid>
              <a:tr h="370840">
                <a:tc>
                  <a:txBody>
                    <a:bodyPr/>
                    <a:lstStyle/>
                    <a:p>
                      <a:pPr algn="ctr" latinLnBrk="1"/>
                      <a:r>
                        <a:rPr lang="ko-KR" altLang="en-US" sz="1400" dirty="0">
                          <a:solidFill>
                            <a:schemeClr val="tx1"/>
                          </a:solidFill>
                        </a:rPr>
                        <a:t>상담일지 작성</a:t>
                      </a:r>
                    </a:p>
                  </a:txBody>
                  <a:tcPr anchor="c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81" name="표 80"/>
          <p:cNvGraphicFramePr>
            <a:graphicFrameLocks noGrp="1"/>
          </p:cNvGraphicFramePr>
          <p:nvPr>
            <p:extLst>
              <p:ext uri="{D42A27DB-BD31-4B8C-83A1-F6EECF244321}">
                <p14:modId xmlns:p14="http://schemas.microsoft.com/office/powerpoint/2010/main" val="783031482"/>
              </p:ext>
            </p:extLst>
          </p:nvPr>
        </p:nvGraphicFramePr>
        <p:xfrm>
          <a:off x="6765248" y="2518251"/>
          <a:ext cx="2880320" cy="571500"/>
        </p:xfrm>
        <a:graphic>
          <a:graphicData uri="http://schemas.openxmlformats.org/drawingml/2006/table">
            <a:tbl>
              <a:tblPr firstRow="1" bandRow="1">
                <a:tableStyleId>{5C22544A-7EE6-4342-B048-85BDC9FD1C3A}</a:tableStyleId>
              </a:tblPr>
              <a:tblGrid>
                <a:gridCol w="2880320">
                  <a:extLst>
                    <a:ext uri="{9D8B030D-6E8A-4147-A177-3AD203B41FA5}">
                      <a16:colId xmlns:a16="http://schemas.microsoft.com/office/drawing/2014/main" val="20000"/>
                    </a:ext>
                  </a:extLst>
                </a:gridCol>
              </a:tblGrid>
              <a:tr h="370840">
                <a:tc>
                  <a:txBody>
                    <a:bodyPr/>
                    <a:lstStyle/>
                    <a:p>
                      <a:pPr marL="285750" indent="-285750" algn="l" latinLnBrk="1">
                        <a:buFont typeface="Wingdings" panose="05000000000000000000" pitchFamily="2" charset="2"/>
                        <a:buChar char="Ø"/>
                      </a:pPr>
                      <a:r>
                        <a:rPr lang="ko-KR" altLang="en-US" sz="1050" b="0" dirty="0">
                          <a:solidFill>
                            <a:schemeClr val="tx1"/>
                          </a:solidFill>
                        </a:rPr>
                        <a:t>편안한 분위기</a:t>
                      </a:r>
                      <a:r>
                        <a:rPr lang="en-US" altLang="ko-KR" sz="1050" b="0" dirty="0">
                          <a:solidFill>
                            <a:schemeClr val="tx1"/>
                          </a:solidFill>
                        </a:rPr>
                        <a:t>, </a:t>
                      </a:r>
                      <a:r>
                        <a:rPr lang="ko-KR" altLang="en-US" sz="1050" b="0" dirty="0">
                          <a:solidFill>
                            <a:schemeClr val="tx1"/>
                          </a:solidFill>
                        </a:rPr>
                        <a:t>별도공간에서 상담</a:t>
                      </a:r>
                      <a:endParaRPr lang="en-US" altLang="ko-KR" sz="1050" b="0" dirty="0">
                        <a:solidFill>
                          <a:schemeClr val="tx1"/>
                        </a:solidFill>
                      </a:endParaRPr>
                    </a:p>
                    <a:p>
                      <a:pPr marL="285750" indent="-285750" algn="l" latinLnBrk="1">
                        <a:buFont typeface="Wingdings" panose="05000000000000000000" pitchFamily="2" charset="2"/>
                        <a:buChar char="Ø"/>
                      </a:pPr>
                      <a:r>
                        <a:rPr lang="ko-KR" altLang="en-US" sz="1050" b="0" dirty="0">
                          <a:solidFill>
                            <a:schemeClr val="tx1"/>
                          </a:solidFill>
                        </a:rPr>
                        <a:t>상담 신청자의 의사 최대 존중</a:t>
                      </a:r>
                      <a:endParaRPr lang="en-US" altLang="ko-KR" sz="1050" b="0" dirty="0">
                        <a:solidFill>
                          <a:schemeClr val="tx1"/>
                        </a:solidFill>
                      </a:endParaRPr>
                    </a:p>
                    <a:p>
                      <a:pPr marL="285750" indent="-285750" algn="l" latinLnBrk="1">
                        <a:buFont typeface="Wingdings" panose="05000000000000000000" pitchFamily="2" charset="2"/>
                        <a:buChar char="Ø"/>
                      </a:pPr>
                      <a:r>
                        <a:rPr lang="ko-KR" altLang="en-US" sz="1050" b="0" dirty="0">
                          <a:solidFill>
                            <a:schemeClr val="tx1"/>
                          </a:solidFill>
                        </a:rPr>
                        <a:t>신원과 상담내용 비밀 우선적 보장</a:t>
                      </a:r>
                      <a:endParaRPr lang="en-US" altLang="ko-KR" sz="1050" b="0" dirty="0">
                        <a:solidFill>
                          <a:schemeClr val="tx1"/>
                        </a:solidFill>
                      </a:endParaRPr>
                    </a:p>
                  </a:txBody>
                  <a:tcPr anchor="ctr">
                    <a:solidFill>
                      <a:schemeClr val="bg1"/>
                    </a:solidFill>
                  </a:tcPr>
                </a:tc>
                <a:extLst>
                  <a:ext uri="{0D108BD9-81ED-4DB2-BD59-A6C34878D82A}">
                    <a16:rowId xmlns:a16="http://schemas.microsoft.com/office/drawing/2014/main" val="10000"/>
                  </a:ext>
                </a:extLst>
              </a:tr>
            </a:tbl>
          </a:graphicData>
        </a:graphic>
      </p:graphicFrame>
      <p:graphicFrame>
        <p:nvGraphicFramePr>
          <p:cNvPr id="82" name="표 81"/>
          <p:cNvGraphicFramePr>
            <a:graphicFrameLocks noGrp="1"/>
          </p:cNvGraphicFramePr>
          <p:nvPr>
            <p:extLst>
              <p:ext uri="{D42A27DB-BD31-4B8C-83A1-F6EECF244321}">
                <p14:modId xmlns:p14="http://schemas.microsoft.com/office/powerpoint/2010/main" val="1302397208"/>
              </p:ext>
            </p:extLst>
          </p:nvPr>
        </p:nvGraphicFramePr>
        <p:xfrm>
          <a:off x="6782738" y="1793607"/>
          <a:ext cx="2880320" cy="411480"/>
        </p:xfrm>
        <a:graphic>
          <a:graphicData uri="http://schemas.openxmlformats.org/drawingml/2006/table">
            <a:tbl>
              <a:tblPr firstRow="1" bandRow="1">
                <a:tableStyleId>{5C22544A-7EE6-4342-B048-85BDC9FD1C3A}</a:tableStyleId>
              </a:tblPr>
              <a:tblGrid>
                <a:gridCol w="2880320">
                  <a:extLst>
                    <a:ext uri="{9D8B030D-6E8A-4147-A177-3AD203B41FA5}">
                      <a16:colId xmlns:a16="http://schemas.microsoft.com/office/drawing/2014/main" val="20000"/>
                    </a:ext>
                  </a:extLst>
                </a:gridCol>
              </a:tblGrid>
              <a:tr h="370840">
                <a:tc>
                  <a:txBody>
                    <a:bodyPr/>
                    <a:lstStyle/>
                    <a:p>
                      <a:pPr marL="285750" indent="-285750" algn="l" latinLnBrk="1">
                        <a:buFont typeface="Wingdings" panose="05000000000000000000" pitchFamily="2" charset="2"/>
                        <a:buChar char="Ø"/>
                      </a:pPr>
                      <a:r>
                        <a:rPr lang="ko-KR" altLang="en-US" sz="1050" b="0" dirty="0">
                          <a:solidFill>
                            <a:schemeClr val="tx1"/>
                          </a:solidFill>
                        </a:rPr>
                        <a:t>인사 고충담당자에 전화</a:t>
                      </a:r>
                      <a:r>
                        <a:rPr lang="en-US" altLang="ko-KR" sz="1050" b="0" dirty="0">
                          <a:solidFill>
                            <a:schemeClr val="tx1"/>
                          </a:solidFill>
                        </a:rPr>
                        <a:t>, </a:t>
                      </a:r>
                      <a:r>
                        <a:rPr lang="ko-KR" altLang="en-US" sz="1050" b="0" dirty="0">
                          <a:solidFill>
                            <a:schemeClr val="tx1"/>
                          </a:solidFill>
                        </a:rPr>
                        <a:t>통신</a:t>
                      </a:r>
                      <a:r>
                        <a:rPr lang="en-US" altLang="ko-KR" sz="1050" b="0" dirty="0">
                          <a:solidFill>
                            <a:schemeClr val="tx1"/>
                          </a:solidFill>
                        </a:rPr>
                        <a:t>, </a:t>
                      </a:r>
                      <a:r>
                        <a:rPr lang="ko-KR" altLang="en-US" sz="1050" b="0" dirty="0">
                          <a:solidFill>
                            <a:schemeClr val="tx1"/>
                          </a:solidFill>
                        </a:rPr>
                        <a:t>서면</a:t>
                      </a:r>
                      <a:r>
                        <a:rPr lang="en-US" altLang="ko-KR" sz="1050" b="0" dirty="0">
                          <a:solidFill>
                            <a:schemeClr val="tx1"/>
                          </a:solidFill>
                        </a:rPr>
                        <a:t>, </a:t>
                      </a:r>
                      <a:r>
                        <a:rPr lang="ko-KR" altLang="en-US" sz="1050" b="0" dirty="0">
                          <a:solidFill>
                            <a:schemeClr val="tx1"/>
                          </a:solidFill>
                        </a:rPr>
                        <a:t>방문 등 상담 신청 </a:t>
                      </a:r>
                      <a:r>
                        <a:rPr lang="en-US" altLang="ko-KR" sz="1050" b="0" dirty="0">
                          <a:solidFill>
                            <a:schemeClr val="tx1"/>
                          </a:solidFill>
                        </a:rPr>
                        <a:t>(</a:t>
                      </a:r>
                      <a:r>
                        <a:rPr lang="ko-KR" altLang="en-US" sz="1050" b="0" dirty="0">
                          <a:solidFill>
                            <a:schemeClr val="tx1"/>
                          </a:solidFill>
                        </a:rPr>
                        <a:t>피해자 또는 대리인</a:t>
                      </a:r>
                      <a:r>
                        <a:rPr lang="en-US" altLang="ko-KR" sz="1050" b="0" dirty="0">
                          <a:solidFill>
                            <a:schemeClr val="tx1"/>
                          </a:solidFill>
                        </a:rPr>
                        <a:t>)</a:t>
                      </a:r>
                    </a:p>
                  </a:txBody>
                  <a:tcPr anchor="ctr">
                    <a:solidFill>
                      <a:schemeClr val="bg1"/>
                    </a:solidFill>
                  </a:tcPr>
                </a:tc>
                <a:extLst>
                  <a:ext uri="{0D108BD9-81ED-4DB2-BD59-A6C34878D82A}">
                    <a16:rowId xmlns:a16="http://schemas.microsoft.com/office/drawing/2014/main" val="10000"/>
                  </a:ext>
                </a:extLst>
              </a:tr>
            </a:tbl>
          </a:graphicData>
        </a:graphic>
      </p:graphicFrame>
      <p:sp>
        <p:nvSpPr>
          <p:cNvPr id="83" name="아래쪽 화살표 82"/>
          <p:cNvSpPr/>
          <p:nvPr/>
        </p:nvSpPr>
        <p:spPr>
          <a:xfrm>
            <a:off x="4772470" y="3695795"/>
            <a:ext cx="112468" cy="288032"/>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84" name="표 83"/>
          <p:cNvGraphicFramePr>
            <a:graphicFrameLocks noGrp="1"/>
          </p:cNvGraphicFramePr>
          <p:nvPr>
            <p:extLst>
              <p:ext uri="{D42A27DB-BD31-4B8C-83A1-F6EECF244321}">
                <p14:modId xmlns:p14="http://schemas.microsoft.com/office/powerpoint/2010/main" val="4077221583"/>
              </p:ext>
            </p:extLst>
          </p:nvPr>
        </p:nvGraphicFramePr>
        <p:xfrm>
          <a:off x="3063282" y="3998817"/>
          <a:ext cx="3590032" cy="370840"/>
        </p:xfrm>
        <a:graphic>
          <a:graphicData uri="http://schemas.openxmlformats.org/drawingml/2006/table">
            <a:tbl>
              <a:tblPr firstRow="1" bandRow="1">
                <a:tableStyleId>{5C22544A-7EE6-4342-B048-85BDC9FD1C3A}</a:tableStyleId>
              </a:tblPr>
              <a:tblGrid>
                <a:gridCol w="3590032">
                  <a:extLst>
                    <a:ext uri="{9D8B030D-6E8A-4147-A177-3AD203B41FA5}">
                      <a16:colId xmlns:a16="http://schemas.microsoft.com/office/drawing/2014/main" val="20000"/>
                    </a:ext>
                  </a:extLst>
                </a:gridCol>
              </a:tblGrid>
              <a:tr h="370840">
                <a:tc>
                  <a:txBody>
                    <a:bodyPr/>
                    <a:lstStyle/>
                    <a:p>
                      <a:pPr algn="ctr" latinLnBrk="1"/>
                      <a:r>
                        <a:rPr lang="ko-KR" altLang="en-US" sz="1400" dirty="0">
                          <a:solidFill>
                            <a:schemeClr val="tx1"/>
                          </a:solidFill>
                        </a:rPr>
                        <a:t>조사</a:t>
                      </a:r>
                    </a:p>
                  </a:txBody>
                  <a:tcPr anchor="c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85" name="표 84"/>
          <p:cNvGraphicFramePr>
            <a:graphicFrameLocks noGrp="1"/>
          </p:cNvGraphicFramePr>
          <p:nvPr>
            <p:extLst>
              <p:ext uri="{D42A27DB-BD31-4B8C-83A1-F6EECF244321}">
                <p14:modId xmlns:p14="http://schemas.microsoft.com/office/powerpoint/2010/main" val="3740228369"/>
              </p:ext>
            </p:extLst>
          </p:nvPr>
        </p:nvGraphicFramePr>
        <p:xfrm>
          <a:off x="68504" y="4681636"/>
          <a:ext cx="2880320" cy="571500"/>
        </p:xfrm>
        <a:graphic>
          <a:graphicData uri="http://schemas.openxmlformats.org/drawingml/2006/table">
            <a:tbl>
              <a:tblPr firstRow="1" bandRow="1">
                <a:tableStyleId>{5C22544A-7EE6-4342-B048-85BDC9FD1C3A}</a:tableStyleId>
              </a:tblPr>
              <a:tblGrid>
                <a:gridCol w="2880320">
                  <a:extLst>
                    <a:ext uri="{9D8B030D-6E8A-4147-A177-3AD203B41FA5}">
                      <a16:colId xmlns:a16="http://schemas.microsoft.com/office/drawing/2014/main" val="20000"/>
                    </a:ext>
                  </a:extLst>
                </a:gridCol>
              </a:tblGrid>
              <a:tr h="370840">
                <a:tc>
                  <a:txBody>
                    <a:bodyPr/>
                    <a:lstStyle/>
                    <a:p>
                      <a:pPr marL="285750" indent="-285750" algn="l" latinLnBrk="1">
                        <a:buFont typeface="Wingdings" panose="05000000000000000000" pitchFamily="2" charset="2"/>
                        <a:buChar char="Ø"/>
                      </a:pPr>
                      <a:r>
                        <a:rPr lang="ko-KR" altLang="en-US" sz="1050" b="0" dirty="0">
                          <a:solidFill>
                            <a:schemeClr val="tx1"/>
                          </a:solidFill>
                        </a:rPr>
                        <a:t>인사담당임원</a:t>
                      </a:r>
                      <a:r>
                        <a:rPr lang="en-US" altLang="ko-KR" sz="1050" b="0" dirty="0">
                          <a:solidFill>
                            <a:schemeClr val="tx1"/>
                          </a:solidFill>
                        </a:rPr>
                        <a:t>, </a:t>
                      </a:r>
                      <a:r>
                        <a:rPr lang="ko-KR" altLang="en-US" sz="1050" b="0" dirty="0">
                          <a:solidFill>
                            <a:schemeClr val="tx1"/>
                          </a:solidFill>
                        </a:rPr>
                        <a:t>인사부서장</a:t>
                      </a:r>
                      <a:r>
                        <a:rPr lang="en-US" altLang="ko-KR" sz="1050" b="0" dirty="0">
                          <a:solidFill>
                            <a:schemeClr val="tx1"/>
                          </a:solidFill>
                        </a:rPr>
                        <a:t>, </a:t>
                      </a:r>
                      <a:r>
                        <a:rPr lang="ko-KR" altLang="en-US" sz="1050" b="0" dirty="0">
                          <a:solidFill>
                            <a:schemeClr val="tx1"/>
                          </a:solidFill>
                        </a:rPr>
                        <a:t>인사 고충담당자로 구성하여</a:t>
                      </a:r>
                      <a:r>
                        <a:rPr lang="en-US" altLang="ko-KR" sz="1050" b="0" dirty="0">
                          <a:solidFill>
                            <a:schemeClr val="tx1"/>
                          </a:solidFill>
                        </a:rPr>
                        <a:t> </a:t>
                      </a:r>
                      <a:r>
                        <a:rPr lang="ko-KR" altLang="en-US" sz="1050" b="0" dirty="0">
                          <a:solidFill>
                            <a:schemeClr val="tx1"/>
                          </a:solidFill>
                        </a:rPr>
                        <a:t>이 중 하나의 성별이 </a:t>
                      </a:r>
                      <a:r>
                        <a:rPr lang="en-US" altLang="ko-KR" sz="1050" b="0" dirty="0">
                          <a:solidFill>
                            <a:schemeClr val="tx1"/>
                          </a:solidFill>
                        </a:rPr>
                        <a:t>60% </a:t>
                      </a:r>
                      <a:r>
                        <a:rPr lang="ko-KR" altLang="en-US" sz="1050" b="0" dirty="0">
                          <a:solidFill>
                            <a:schemeClr val="tx1"/>
                          </a:solidFill>
                        </a:rPr>
                        <a:t>초과하지 않도록 구성</a:t>
                      </a:r>
                      <a:endParaRPr lang="en-US" altLang="ko-KR" sz="1050" b="0" dirty="0">
                        <a:solidFill>
                          <a:schemeClr val="tx1"/>
                        </a:solidFill>
                      </a:endParaRPr>
                    </a:p>
                  </a:txBody>
                  <a:tcPr anchor="ctr">
                    <a:solidFill>
                      <a:schemeClr val="bg1"/>
                    </a:solidFill>
                  </a:tcPr>
                </a:tc>
                <a:extLst>
                  <a:ext uri="{0D108BD9-81ED-4DB2-BD59-A6C34878D82A}">
                    <a16:rowId xmlns:a16="http://schemas.microsoft.com/office/drawing/2014/main" val="10000"/>
                  </a:ext>
                </a:extLst>
              </a:tr>
            </a:tbl>
          </a:graphicData>
        </a:graphic>
      </p:graphicFrame>
      <p:sp>
        <p:nvSpPr>
          <p:cNvPr id="86" name="아래쪽 화살표 85"/>
          <p:cNvSpPr/>
          <p:nvPr/>
        </p:nvSpPr>
        <p:spPr>
          <a:xfrm>
            <a:off x="4782485" y="4382590"/>
            <a:ext cx="112468" cy="288032"/>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87" name="표 86"/>
          <p:cNvGraphicFramePr>
            <a:graphicFrameLocks noGrp="1"/>
          </p:cNvGraphicFramePr>
          <p:nvPr>
            <p:extLst>
              <p:ext uri="{D42A27DB-BD31-4B8C-83A1-F6EECF244321}">
                <p14:modId xmlns:p14="http://schemas.microsoft.com/office/powerpoint/2010/main" val="732454971"/>
              </p:ext>
            </p:extLst>
          </p:nvPr>
        </p:nvGraphicFramePr>
        <p:xfrm>
          <a:off x="3073297" y="4685612"/>
          <a:ext cx="3590032" cy="370840"/>
        </p:xfrm>
        <a:graphic>
          <a:graphicData uri="http://schemas.openxmlformats.org/drawingml/2006/table">
            <a:tbl>
              <a:tblPr firstRow="1" bandRow="1">
                <a:tableStyleId>{5C22544A-7EE6-4342-B048-85BDC9FD1C3A}</a:tableStyleId>
              </a:tblPr>
              <a:tblGrid>
                <a:gridCol w="3590032">
                  <a:extLst>
                    <a:ext uri="{9D8B030D-6E8A-4147-A177-3AD203B41FA5}">
                      <a16:colId xmlns:a16="http://schemas.microsoft.com/office/drawing/2014/main" val="20000"/>
                    </a:ext>
                  </a:extLst>
                </a:gridCol>
              </a:tblGrid>
              <a:tr h="370840">
                <a:tc>
                  <a:txBody>
                    <a:bodyPr/>
                    <a:lstStyle/>
                    <a:p>
                      <a:pPr algn="ctr" latinLnBrk="1"/>
                      <a:r>
                        <a:rPr lang="ko-KR" altLang="en-US" sz="1400" dirty="0">
                          <a:solidFill>
                            <a:schemeClr val="tx1"/>
                          </a:solidFill>
                        </a:rPr>
                        <a:t>성희롱 심의위원회 회부</a:t>
                      </a:r>
                    </a:p>
                  </a:txBody>
                  <a:tcPr anchor="c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88" name="아래쪽 화살표 87"/>
          <p:cNvSpPr/>
          <p:nvPr/>
        </p:nvSpPr>
        <p:spPr>
          <a:xfrm>
            <a:off x="4786758" y="5110165"/>
            <a:ext cx="112468" cy="288032"/>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89" name="표 88"/>
          <p:cNvGraphicFramePr>
            <a:graphicFrameLocks noGrp="1"/>
          </p:cNvGraphicFramePr>
          <p:nvPr>
            <p:extLst>
              <p:ext uri="{D42A27DB-BD31-4B8C-83A1-F6EECF244321}">
                <p14:modId xmlns:p14="http://schemas.microsoft.com/office/powerpoint/2010/main" val="2667334713"/>
              </p:ext>
            </p:extLst>
          </p:nvPr>
        </p:nvGraphicFramePr>
        <p:xfrm>
          <a:off x="3095713" y="5413187"/>
          <a:ext cx="3590032" cy="370840"/>
        </p:xfrm>
        <a:graphic>
          <a:graphicData uri="http://schemas.openxmlformats.org/drawingml/2006/table">
            <a:tbl>
              <a:tblPr firstRow="1" bandRow="1">
                <a:tableStyleId>{5C22544A-7EE6-4342-B048-85BDC9FD1C3A}</a:tableStyleId>
              </a:tblPr>
              <a:tblGrid>
                <a:gridCol w="3590032">
                  <a:extLst>
                    <a:ext uri="{9D8B030D-6E8A-4147-A177-3AD203B41FA5}">
                      <a16:colId xmlns:a16="http://schemas.microsoft.com/office/drawing/2014/main" val="20000"/>
                    </a:ext>
                  </a:extLst>
                </a:gridCol>
              </a:tblGrid>
              <a:tr h="370840">
                <a:tc>
                  <a:txBody>
                    <a:bodyPr/>
                    <a:lstStyle/>
                    <a:p>
                      <a:pPr algn="ctr" latinLnBrk="1"/>
                      <a:r>
                        <a:rPr lang="ko-KR" altLang="en-US" sz="1400" dirty="0">
                          <a:solidFill>
                            <a:schemeClr val="tx1"/>
                          </a:solidFill>
                        </a:rPr>
                        <a:t>심의 및 결과 보고</a:t>
                      </a:r>
                    </a:p>
                  </a:txBody>
                  <a:tcPr anchor="c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90" name="표 89"/>
          <p:cNvGraphicFramePr>
            <a:graphicFrameLocks noGrp="1"/>
          </p:cNvGraphicFramePr>
          <p:nvPr>
            <p:extLst>
              <p:ext uri="{D42A27DB-BD31-4B8C-83A1-F6EECF244321}">
                <p14:modId xmlns:p14="http://schemas.microsoft.com/office/powerpoint/2010/main" val="3059735586"/>
              </p:ext>
            </p:extLst>
          </p:nvPr>
        </p:nvGraphicFramePr>
        <p:xfrm>
          <a:off x="6765248" y="3960463"/>
          <a:ext cx="2880320" cy="370840"/>
        </p:xfrm>
        <a:graphic>
          <a:graphicData uri="http://schemas.openxmlformats.org/drawingml/2006/table">
            <a:tbl>
              <a:tblPr firstRow="1" bandRow="1">
                <a:tableStyleId>{5C22544A-7EE6-4342-B048-85BDC9FD1C3A}</a:tableStyleId>
              </a:tblPr>
              <a:tblGrid>
                <a:gridCol w="2880320">
                  <a:extLst>
                    <a:ext uri="{9D8B030D-6E8A-4147-A177-3AD203B41FA5}">
                      <a16:colId xmlns:a16="http://schemas.microsoft.com/office/drawing/2014/main" val="20000"/>
                    </a:ext>
                  </a:extLst>
                </a:gridCol>
              </a:tblGrid>
              <a:tr h="370840">
                <a:tc>
                  <a:txBody>
                    <a:bodyPr/>
                    <a:lstStyle/>
                    <a:p>
                      <a:pPr marL="285750" indent="-285750" algn="l" latinLnBrk="1">
                        <a:buFont typeface="Wingdings" panose="05000000000000000000" pitchFamily="2" charset="2"/>
                        <a:buChar char="Ø"/>
                      </a:pPr>
                      <a:r>
                        <a:rPr lang="ko-KR" altLang="en-US" sz="1050" b="0" dirty="0">
                          <a:solidFill>
                            <a:schemeClr val="tx1"/>
                          </a:solidFill>
                        </a:rPr>
                        <a:t>조사결과보고서 작성</a:t>
                      </a:r>
                      <a:endParaRPr lang="en-US" altLang="ko-KR" sz="1050" b="0" dirty="0">
                        <a:solidFill>
                          <a:schemeClr val="tx1"/>
                        </a:solidFill>
                      </a:endParaRPr>
                    </a:p>
                  </a:txBody>
                  <a:tcPr anchor="ctr">
                    <a:solidFill>
                      <a:schemeClr val="bg1"/>
                    </a:solidFill>
                  </a:tcPr>
                </a:tc>
                <a:extLst>
                  <a:ext uri="{0D108BD9-81ED-4DB2-BD59-A6C34878D82A}">
                    <a16:rowId xmlns:a16="http://schemas.microsoft.com/office/drawing/2014/main" val="10000"/>
                  </a:ext>
                </a:extLst>
              </a:tr>
            </a:tbl>
          </a:graphicData>
        </a:graphic>
      </p:graphicFrame>
      <p:sp>
        <p:nvSpPr>
          <p:cNvPr id="92" name="아래쪽 화살표 91"/>
          <p:cNvSpPr/>
          <p:nvPr/>
        </p:nvSpPr>
        <p:spPr>
          <a:xfrm>
            <a:off x="4795933" y="5806512"/>
            <a:ext cx="112468" cy="288032"/>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93" name="표 92"/>
          <p:cNvGraphicFramePr>
            <a:graphicFrameLocks noGrp="1"/>
          </p:cNvGraphicFramePr>
          <p:nvPr>
            <p:extLst>
              <p:ext uri="{D42A27DB-BD31-4B8C-83A1-F6EECF244321}">
                <p14:modId xmlns:p14="http://schemas.microsoft.com/office/powerpoint/2010/main" val="1579689212"/>
              </p:ext>
            </p:extLst>
          </p:nvPr>
        </p:nvGraphicFramePr>
        <p:xfrm>
          <a:off x="3104888" y="6109534"/>
          <a:ext cx="3590032" cy="370840"/>
        </p:xfrm>
        <a:graphic>
          <a:graphicData uri="http://schemas.openxmlformats.org/drawingml/2006/table">
            <a:tbl>
              <a:tblPr firstRow="1" bandRow="1">
                <a:tableStyleId>{5C22544A-7EE6-4342-B048-85BDC9FD1C3A}</a:tableStyleId>
              </a:tblPr>
              <a:tblGrid>
                <a:gridCol w="3590032">
                  <a:extLst>
                    <a:ext uri="{9D8B030D-6E8A-4147-A177-3AD203B41FA5}">
                      <a16:colId xmlns:a16="http://schemas.microsoft.com/office/drawing/2014/main" val="20000"/>
                    </a:ext>
                  </a:extLst>
                </a:gridCol>
              </a:tblGrid>
              <a:tr h="370840">
                <a:tc>
                  <a:txBody>
                    <a:bodyPr/>
                    <a:lstStyle/>
                    <a:p>
                      <a:pPr algn="ctr" latinLnBrk="1"/>
                      <a:r>
                        <a:rPr lang="ko-KR" altLang="en-US" sz="1400" dirty="0">
                          <a:solidFill>
                            <a:schemeClr val="bg1"/>
                          </a:solidFill>
                        </a:rPr>
                        <a:t>심의결과 통보</a:t>
                      </a:r>
                    </a:p>
                  </a:txBody>
                  <a:tcPr anchor="ctr">
                    <a:solidFill>
                      <a:schemeClr val="tx1">
                        <a:lumMod val="50000"/>
                        <a:lumOff val="50000"/>
                      </a:schemeClr>
                    </a:solidFill>
                  </a:tcPr>
                </a:tc>
                <a:extLst>
                  <a:ext uri="{0D108BD9-81ED-4DB2-BD59-A6C34878D82A}">
                    <a16:rowId xmlns:a16="http://schemas.microsoft.com/office/drawing/2014/main" val="10000"/>
                  </a:ext>
                </a:extLst>
              </a:tr>
            </a:tbl>
          </a:graphicData>
        </a:graphic>
      </p:graphicFrame>
      <p:graphicFrame>
        <p:nvGraphicFramePr>
          <p:cNvPr id="95" name="표 94"/>
          <p:cNvGraphicFramePr>
            <a:graphicFrameLocks noGrp="1"/>
          </p:cNvGraphicFramePr>
          <p:nvPr>
            <p:extLst>
              <p:ext uri="{D42A27DB-BD31-4B8C-83A1-F6EECF244321}">
                <p14:modId xmlns:p14="http://schemas.microsoft.com/office/powerpoint/2010/main" val="1745779764"/>
              </p:ext>
            </p:extLst>
          </p:nvPr>
        </p:nvGraphicFramePr>
        <p:xfrm>
          <a:off x="6765248" y="6079554"/>
          <a:ext cx="3008340" cy="571500"/>
        </p:xfrm>
        <a:graphic>
          <a:graphicData uri="http://schemas.openxmlformats.org/drawingml/2006/table">
            <a:tbl>
              <a:tblPr firstRow="1" bandRow="1">
                <a:tableStyleId>{5C22544A-7EE6-4342-B048-85BDC9FD1C3A}</a:tableStyleId>
              </a:tblPr>
              <a:tblGrid>
                <a:gridCol w="3008340">
                  <a:extLst>
                    <a:ext uri="{9D8B030D-6E8A-4147-A177-3AD203B41FA5}">
                      <a16:colId xmlns:a16="http://schemas.microsoft.com/office/drawing/2014/main" val="20000"/>
                    </a:ext>
                  </a:extLst>
                </a:gridCol>
              </a:tblGrid>
              <a:tr h="370840">
                <a:tc>
                  <a:txBody>
                    <a:bodyPr/>
                    <a:lstStyle/>
                    <a:p>
                      <a:pPr marL="285750" indent="-285750" algn="l" latinLnBrk="1">
                        <a:buFont typeface="Wingdings" panose="05000000000000000000" pitchFamily="2" charset="2"/>
                        <a:buChar char="Ø"/>
                      </a:pPr>
                      <a:r>
                        <a:rPr lang="ko-KR" altLang="en-US" sz="1050" b="1" dirty="0">
                          <a:solidFill>
                            <a:srgbClr val="FF0000"/>
                          </a:solidFill>
                        </a:rPr>
                        <a:t>무관용 원칙</a:t>
                      </a:r>
                      <a:endParaRPr lang="en-US" altLang="ko-KR" sz="1050" b="1" dirty="0">
                        <a:solidFill>
                          <a:srgbClr val="FF0000"/>
                        </a:solidFill>
                      </a:endParaRPr>
                    </a:p>
                    <a:p>
                      <a:pPr marL="285750" indent="-285750" algn="l" latinLnBrk="1">
                        <a:buFont typeface="Wingdings" panose="05000000000000000000" pitchFamily="2" charset="2"/>
                        <a:buChar char="Ø"/>
                      </a:pPr>
                      <a:r>
                        <a:rPr lang="ko-KR" altLang="en-US" sz="1050" b="1" dirty="0">
                          <a:solidFill>
                            <a:schemeClr val="tx1"/>
                          </a:solidFill>
                        </a:rPr>
                        <a:t>신고</a:t>
                      </a:r>
                      <a:r>
                        <a:rPr lang="en-US" altLang="ko-KR" sz="1050" b="1" dirty="0">
                          <a:solidFill>
                            <a:schemeClr val="tx1"/>
                          </a:solidFill>
                        </a:rPr>
                        <a:t>~</a:t>
                      </a:r>
                      <a:r>
                        <a:rPr lang="ko-KR" altLang="en-US" sz="1050" b="1" dirty="0">
                          <a:solidFill>
                            <a:schemeClr val="tx1"/>
                          </a:solidFill>
                        </a:rPr>
                        <a:t>결과</a:t>
                      </a:r>
                      <a:r>
                        <a:rPr lang="ko-KR" altLang="en-US" sz="1050" b="1" baseline="0" dirty="0">
                          <a:solidFill>
                            <a:schemeClr val="tx1"/>
                          </a:solidFill>
                        </a:rPr>
                        <a:t> 통보 </a:t>
                      </a:r>
                      <a:r>
                        <a:rPr lang="en-US" altLang="ko-KR" sz="1050" b="1" baseline="0" dirty="0">
                          <a:solidFill>
                            <a:schemeClr val="tx1"/>
                          </a:solidFill>
                        </a:rPr>
                        <a:t>15</a:t>
                      </a:r>
                      <a:r>
                        <a:rPr lang="ko-KR" altLang="en-US" sz="1050" b="1" baseline="0" dirty="0">
                          <a:solidFill>
                            <a:schemeClr val="tx1"/>
                          </a:solidFill>
                        </a:rPr>
                        <a:t>일 內 처리</a:t>
                      </a:r>
                      <a:endParaRPr lang="en-US" altLang="ko-KR" sz="1050" b="1" baseline="0" dirty="0">
                        <a:solidFill>
                          <a:schemeClr val="tx1"/>
                        </a:solidFill>
                      </a:endParaRPr>
                    </a:p>
                    <a:p>
                      <a:pPr marL="0" indent="0" algn="l" latinLnBrk="1">
                        <a:buFont typeface="Wingdings" panose="05000000000000000000" pitchFamily="2" charset="2"/>
                        <a:buNone/>
                      </a:pPr>
                      <a:r>
                        <a:rPr lang="en-US" altLang="ko-KR" sz="1050" b="1" baseline="0" dirty="0">
                          <a:solidFill>
                            <a:schemeClr val="tx1"/>
                          </a:solidFill>
                        </a:rPr>
                        <a:t>      (</a:t>
                      </a:r>
                      <a:r>
                        <a:rPr lang="ko-KR" altLang="en-US" sz="1050" b="1" baseline="0" dirty="0" err="1">
                          <a:solidFill>
                            <a:schemeClr val="tx1"/>
                          </a:solidFill>
                        </a:rPr>
                        <a:t>필요시</a:t>
                      </a:r>
                      <a:r>
                        <a:rPr lang="ko-KR" altLang="en-US" sz="1050" b="1" baseline="0" dirty="0">
                          <a:solidFill>
                            <a:schemeClr val="tx1"/>
                          </a:solidFill>
                        </a:rPr>
                        <a:t> </a:t>
                      </a:r>
                      <a:r>
                        <a:rPr lang="en-US" altLang="ko-KR" sz="1050" b="1" baseline="0" dirty="0">
                          <a:solidFill>
                            <a:schemeClr val="tx1"/>
                          </a:solidFill>
                        </a:rPr>
                        <a:t>15</a:t>
                      </a:r>
                      <a:r>
                        <a:rPr lang="ko-KR" altLang="en-US" sz="1050" b="1" baseline="0" dirty="0">
                          <a:solidFill>
                            <a:schemeClr val="tx1"/>
                          </a:solidFill>
                        </a:rPr>
                        <a:t>일 연장 가능</a:t>
                      </a:r>
                      <a:r>
                        <a:rPr lang="en-US" altLang="ko-KR" sz="1050" b="1" baseline="0" dirty="0">
                          <a:solidFill>
                            <a:schemeClr val="tx1"/>
                          </a:solidFill>
                        </a:rPr>
                        <a:t>)</a:t>
                      </a:r>
                      <a:endParaRPr lang="en-US" altLang="ko-KR" sz="1050" b="1" dirty="0">
                        <a:solidFill>
                          <a:schemeClr val="tx1"/>
                        </a:solidFill>
                      </a:endParaRPr>
                    </a:p>
                  </a:txBody>
                  <a:tcPr anchor="ctr">
                    <a:solidFill>
                      <a:schemeClr val="bg1"/>
                    </a:solidFill>
                  </a:tcPr>
                </a:tc>
                <a:extLst>
                  <a:ext uri="{0D108BD9-81ED-4DB2-BD59-A6C34878D82A}">
                    <a16:rowId xmlns:a16="http://schemas.microsoft.com/office/drawing/2014/main" val="10000"/>
                  </a:ext>
                </a:extLst>
              </a:tr>
            </a:tbl>
          </a:graphicData>
        </a:graphic>
      </p:graphicFrame>
      <p:graphicFrame>
        <p:nvGraphicFramePr>
          <p:cNvPr id="96" name="표 95"/>
          <p:cNvGraphicFramePr>
            <a:graphicFrameLocks noGrp="1"/>
          </p:cNvGraphicFramePr>
          <p:nvPr>
            <p:extLst>
              <p:ext uri="{D42A27DB-BD31-4B8C-83A1-F6EECF244321}">
                <p14:modId xmlns:p14="http://schemas.microsoft.com/office/powerpoint/2010/main" val="470025507"/>
              </p:ext>
            </p:extLst>
          </p:nvPr>
        </p:nvGraphicFramePr>
        <p:xfrm>
          <a:off x="6753200" y="4670622"/>
          <a:ext cx="2880320" cy="411480"/>
        </p:xfrm>
        <a:graphic>
          <a:graphicData uri="http://schemas.openxmlformats.org/drawingml/2006/table">
            <a:tbl>
              <a:tblPr firstRow="1" bandRow="1">
                <a:tableStyleId>{5C22544A-7EE6-4342-B048-85BDC9FD1C3A}</a:tableStyleId>
              </a:tblPr>
              <a:tblGrid>
                <a:gridCol w="2880320">
                  <a:extLst>
                    <a:ext uri="{9D8B030D-6E8A-4147-A177-3AD203B41FA5}">
                      <a16:colId xmlns:a16="http://schemas.microsoft.com/office/drawing/2014/main" val="20000"/>
                    </a:ext>
                  </a:extLst>
                </a:gridCol>
              </a:tblGrid>
              <a:tr h="370840">
                <a:tc>
                  <a:txBody>
                    <a:bodyPr/>
                    <a:lstStyle/>
                    <a:p>
                      <a:pPr marL="285750" indent="-285750" algn="l" latinLnBrk="1">
                        <a:buFont typeface="Wingdings" panose="05000000000000000000" pitchFamily="2" charset="2"/>
                        <a:buChar char="Ø"/>
                      </a:pPr>
                      <a:r>
                        <a:rPr lang="ko-KR" altLang="en-US" sz="1050" b="0" dirty="0">
                          <a:solidFill>
                            <a:schemeClr val="tx1"/>
                          </a:solidFill>
                        </a:rPr>
                        <a:t>피해자</a:t>
                      </a:r>
                      <a:r>
                        <a:rPr lang="ko-KR" altLang="en-US" sz="1050" b="0" baseline="0" dirty="0">
                          <a:solidFill>
                            <a:schemeClr val="tx1"/>
                          </a:solidFill>
                        </a:rPr>
                        <a:t> 보호를 위해 근무장소 변경</a:t>
                      </a:r>
                      <a:r>
                        <a:rPr lang="en-US" altLang="ko-KR" sz="1050" b="0" baseline="0" dirty="0">
                          <a:solidFill>
                            <a:schemeClr val="tx1"/>
                          </a:solidFill>
                        </a:rPr>
                        <a:t>, </a:t>
                      </a:r>
                      <a:r>
                        <a:rPr lang="ko-KR" altLang="en-US" sz="1050" b="0" baseline="0" dirty="0">
                          <a:solidFill>
                            <a:schemeClr val="tx1"/>
                          </a:solidFill>
                        </a:rPr>
                        <a:t>유급휴가 명령 등 조치하며</a:t>
                      </a:r>
                      <a:r>
                        <a:rPr lang="en-US" altLang="ko-KR" sz="1050" b="0" baseline="0" dirty="0">
                          <a:solidFill>
                            <a:schemeClr val="tx1"/>
                          </a:solidFill>
                        </a:rPr>
                        <a:t>, </a:t>
                      </a:r>
                      <a:r>
                        <a:rPr lang="ko-KR" altLang="en-US" sz="1050" b="0" baseline="0" dirty="0">
                          <a:solidFill>
                            <a:schemeClr val="tx1"/>
                          </a:solidFill>
                        </a:rPr>
                        <a:t>분리배치 함</a:t>
                      </a:r>
                      <a:endParaRPr lang="en-US" altLang="ko-KR" sz="1050" b="0" dirty="0">
                        <a:solidFill>
                          <a:schemeClr val="tx1"/>
                        </a:solidFill>
                      </a:endParaRPr>
                    </a:p>
                  </a:txBody>
                  <a:tcPr anchor="ctr">
                    <a:solidFill>
                      <a:schemeClr val="bg1"/>
                    </a:solidFill>
                  </a:tcPr>
                </a:tc>
                <a:extLst>
                  <a:ext uri="{0D108BD9-81ED-4DB2-BD59-A6C34878D82A}">
                    <a16:rowId xmlns:a16="http://schemas.microsoft.com/office/drawing/2014/main" val="10000"/>
                  </a:ext>
                </a:extLst>
              </a:tr>
            </a:tbl>
          </a:graphicData>
        </a:graphic>
      </p:graphicFrame>
      <p:graphicFrame>
        <p:nvGraphicFramePr>
          <p:cNvPr id="28" name="표 27"/>
          <p:cNvGraphicFramePr>
            <a:graphicFrameLocks noGrp="1"/>
          </p:cNvGraphicFramePr>
          <p:nvPr>
            <p:extLst>
              <p:ext uri="{D42A27DB-BD31-4B8C-83A1-F6EECF244321}">
                <p14:modId xmlns:p14="http://schemas.microsoft.com/office/powerpoint/2010/main" val="4167041121"/>
              </p:ext>
            </p:extLst>
          </p:nvPr>
        </p:nvGraphicFramePr>
        <p:xfrm>
          <a:off x="128464" y="2564904"/>
          <a:ext cx="2880320" cy="370840"/>
        </p:xfrm>
        <a:graphic>
          <a:graphicData uri="http://schemas.openxmlformats.org/drawingml/2006/table">
            <a:tbl>
              <a:tblPr firstRow="1" bandRow="1">
                <a:tableStyleId>{5C22544A-7EE6-4342-B048-85BDC9FD1C3A}</a:tableStyleId>
              </a:tblPr>
              <a:tblGrid>
                <a:gridCol w="2880320">
                  <a:extLst>
                    <a:ext uri="{9D8B030D-6E8A-4147-A177-3AD203B41FA5}">
                      <a16:colId xmlns:a16="http://schemas.microsoft.com/office/drawing/2014/main" val="20000"/>
                    </a:ext>
                  </a:extLst>
                </a:gridCol>
              </a:tblGrid>
              <a:tr h="370840">
                <a:tc>
                  <a:txBody>
                    <a:bodyPr/>
                    <a:lstStyle/>
                    <a:p>
                      <a:pPr marL="285750" indent="-285750" algn="l" latinLnBrk="1">
                        <a:buFont typeface="Wingdings" panose="05000000000000000000" pitchFamily="2" charset="2"/>
                        <a:buChar char="Ø"/>
                      </a:pPr>
                      <a:r>
                        <a:rPr lang="ko-KR" altLang="en-US" sz="1050" b="0" dirty="0">
                          <a:solidFill>
                            <a:schemeClr val="tx1"/>
                          </a:solidFill>
                        </a:rPr>
                        <a:t>인사 고충담당자</a:t>
                      </a:r>
                      <a:endParaRPr lang="en-US" altLang="ko-KR" sz="1050" b="0" dirty="0">
                        <a:solidFill>
                          <a:schemeClr val="tx1"/>
                        </a:solidFill>
                      </a:endParaRPr>
                    </a:p>
                  </a:txBody>
                  <a:tcPr anchor="ctr">
                    <a:solidFill>
                      <a:schemeClr val="bg1"/>
                    </a:solidFill>
                  </a:tcPr>
                </a:tc>
                <a:extLst>
                  <a:ext uri="{0D108BD9-81ED-4DB2-BD59-A6C34878D82A}">
                    <a16:rowId xmlns:a16="http://schemas.microsoft.com/office/drawing/2014/main" val="10000"/>
                  </a:ext>
                </a:extLst>
              </a:tr>
            </a:tbl>
          </a:graphicData>
        </a:graphic>
      </p:graphicFrame>
      <p:graphicFrame>
        <p:nvGraphicFramePr>
          <p:cNvPr id="29" name="표 28"/>
          <p:cNvGraphicFramePr>
            <a:graphicFrameLocks noGrp="1"/>
          </p:cNvGraphicFramePr>
          <p:nvPr>
            <p:extLst>
              <p:ext uri="{D42A27DB-BD31-4B8C-83A1-F6EECF244321}">
                <p14:modId xmlns:p14="http://schemas.microsoft.com/office/powerpoint/2010/main" val="1766547275"/>
              </p:ext>
            </p:extLst>
          </p:nvPr>
        </p:nvGraphicFramePr>
        <p:xfrm>
          <a:off x="128464" y="3303462"/>
          <a:ext cx="2880320" cy="370840"/>
        </p:xfrm>
        <a:graphic>
          <a:graphicData uri="http://schemas.openxmlformats.org/drawingml/2006/table">
            <a:tbl>
              <a:tblPr firstRow="1" bandRow="1">
                <a:tableStyleId>{5C22544A-7EE6-4342-B048-85BDC9FD1C3A}</a:tableStyleId>
              </a:tblPr>
              <a:tblGrid>
                <a:gridCol w="2880320">
                  <a:extLst>
                    <a:ext uri="{9D8B030D-6E8A-4147-A177-3AD203B41FA5}">
                      <a16:colId xmlns:a16="http://schemas.microsoft.com/office/drawing/2014/main" val="20000"/>
                    </a:ext>
                  </a:extLst>
                </a:gridCol>
              </a:tblGrid>
              <a:tr h="370840">
                <a:tc>
                  <a:txBody>
                    <a:bodyPr/>
                    <a:lstStyle/>
                    <a:p>
                      <a:pPr marL="285750" indent="-285750" algn="l" latinLnBrk="1">
                        <a:buFont typeface="Wingdings" panose="05000000000000000000" pitchFamily="2" charset="2"/>
                        <a:buChar char="Ø"/>
                      </a:pPr>
                      <a:r>
                        <a:rPr lang="ko-KR" altLang="en-US" sz="1050" b="0" dirty="0">
                          <a:solidFill>
                            <a:schemeClr val="tx1"/>
                          </a:solidFill>
                        </a:rPr>
                        <a:t>인사 고충담당자</a:t>
                      </a:r>
                      <a:endParaRPr lang="en-US" altLang="ko-KR" sz="1050" b="0" dirty="0">
                        <a:solidFill>
                          <a:schemeClr val="tx1"/>
                        </a:solidFill>
                      </a:endParaRPr>
                    </a:p>
                  </a:txBody>
                  <a:tcPr anchor="ctr">
                    <a:solidFill>
                      <a:schemeClr val="bg1"/>
                    </a:solidFill>
                  </a:tcPr>
                </a:tc>
                <a:extLst>
                  <a:ext uri="{0D108BD9-81ED-4DB2-BD59-A6C34878D82A}">
                    <a16:rowId xmlns:a16="http://schemas.microsoft.com/office/drawing/2014/main" val="10000"/>
                  </a:ext>
                </a:extLst>
              </a:tr>
            </a:tbl>
          </a:graphicData>
        </a:graphic>
      </p:graphicFrame>
      <p:graphicFrame>
        <p:nvGraphicFramePr>
          <p:cNvPr id="30" name="표 29"/>
          <p:cNvGraphicFramePr>
            <a:graphicFrameLocks noGrp="1"/>
          </p:cNvGraphicFramePr>
          <p:nvPr>
            <p:extLst>
              <p:ext uri="{D42A27DB-BD31-4B8C-83A1-F6EECF244321}">
                <p14:modId xmlns:p14="http://schemas.microsoft.com/office/powerpoint/2010/main" val="3808058314"/>
              </p:ext>
            </p:extLst>
          </p:nvPr>
        </p:nvGraphicFramePr>
        <p:xfrm>
          <a:off x="128464" y="3930802"/>
          <a:ext cx="2880320" cy="370840"/>
        </p:xfrm>
        <a:graphic>
          <a:graphicData uri="http://schemas.openxmlformats.org/drawingml/2006/table">
            <a:tbl>
              <a:tblPr firstRow="1" bandRow="1">
                <a:tableStyleId>{5C22544A-7EE6-4342-B048-85BDC9FD1C3A}</a:tableStyleId>
              </a:tblPr>
              <a:tblGrid>
                <a:gridCol w="2880320">
                  <a:extLst>
                    <a:ext uri="{9D8B030D-6E8A-4147-A177-3AD203B41FA5}">
                      <a16:colId xmlns:a16="http://schemas.microsoft.com/office/drawing/2014/main" val="20000"/>
                    </a:ext>
                  </a:extLst>
                </a:gridCol>
              </a:tblGrid>
              <a:tr h="370840">
                <a:tc>
                  <a:txBody>
                    <a:bodyPr/>
                    <a:lstStyle/>
                    <a:p>
                      <a:pPr marL="285750" indent="-285750" algn="l" latinLnBrk="1">
                        <a:buFont typeface="Wingdings" panose="05000000000000000000" pitchFamily="2" charset="2"/>
                        <a:buChar char="Ø"/>
                      </a:pPr>
                      <a:r>
                        <a:rPr lang="ko-KR" altLang="en-US" sz="1050" b="0" dirty="0">
                          <a:solidFill>
                            <a:schemeClr val="tx1"/>
                          </a:solidFill>
                        </a:rPr>
                        <a:t>인사 고충담당자</a:t>
                      </a:r>
                      <a:endParaRPr lang="en-US" altLang="ko-KR" sz="1050" b="0" dirty="0">
                        <a:solidFill>
                          <a:schemeClr val="tx1"/>
                        </a:solidFill>
                      </a:endParaRPr>
                    </a:p>
                  </a:txBody>
                  <a:tcPr anchor="ctr">
                    <a:solidFill>
                      <a:schemeClr val="bg1"/>
                    </a:solidFill>
                  </a:tcPr>
                </a:tc>
                <a:extLst>
                  <a:ext uri="{0D108BD9-81ED-4DB2-BD59-A6C34878D82A}">
                    <a16:rowId xmlns:a16="http://schemas.microsoft.com/office/drawing/2014/main" val="10000"/>
                  </a:ext>
                </a:extLst>
              </a:tr>
            </a:tbl>
          </a:graphicData>
        </a:graphic>
      </p:graphicFrame>
      <p:graphicFrame>
        <p:nvGraphicFramePr>
          <p:cNvPr id="31" name="표 30"/>
          <p:cNvGraphicFramePr>
            <a:graphicFrameLocks noGrp="1"/>
          </p:cNvGraphicFramePr>
          <p:nvPr>
            <p:extLst>
              <p:ext uri="{D42A27DB-BD31-4B8C-83A1-F6EECF244321}">
                <p14:modId xmlns:p14="http://schemas.microsoft.com/office/powerpoint/2010/main" val="1478365000"/>
              </p:ext>
            </p:extLst>
          </p:nvPr>
        </p:nvGraphicFramePr>
        <p:xfrm>
          <a:off x="166288" y="1844824"/>
          <a:ext cx="2880320" cy="571500"/>
        </p:xfrm>
        <a:graphic>
          <a:graphicData uri="http://schemas.openxmlformats.org/drawingml/2006/table">
            <a:tbl>
              <a:tblPr firstRow="1" bandRow="1">
                <a:tableStyleId>{5C22544A-7EE6-4342-B048-85BDC9FD1C3A}</a:tableStyleId>
              </a:tblPr>
              <a:tblGrid>
                <a:gridCol w="2880320">
                  <a:extLst>
                    <a:ext uri="{9D8B030D-6E8A-4147-A177-3AD203B41FA5}">
                      <a16:colId xmlns:a16="http://schemas.microsoft.com/office/drawing/2014/main" val="20000"/>
                    </a:ext>
                  </a:extLst>
                </a:gridCol>
              </a:tblGrid>
              <a:tr h="370840">
                <a:tc>
                  <a:txBody>
                    <a:bodyPr/>
                    <a:lstStyle/>
                    <a:p>
                      <a:pPr marL="285750" indent="-285750" algn="l" latinLnBrk="1">
                        <a:buFont typeface="Wingdings" panose="05000000000000000000" pitchFamily="2" charset="2"/>
                        <a:buChar char="Ø"/>
                      </a:pPr>
                      <a:r>
                        <a:rPr lang="ko-KR" altLang="en-US" sz="1050" b="0" dirty="0" err="1">
                          <a:solidFill>
                            <a:schemeClr val="tx1"/>
                          </a:solidFill>
                        </a:rPr>
                        <a:t>인재경영팀</a:t>
                      </a:r>
                      <a:r>
                        <a:rPr lang="ko-KR" altLang="en-US" sz="1050" b="0" dirty="0">
                          <a:solidFill>
                            <a:schemeClr val="tx1"/>
                          </a:solidFill>
                        </a:rPr>
                        <a:t> 창구</a:t>
                      </a:r>
                      <a:endParaRPr lang="en-US" altLang="ko-KR" sz="1050" b="0" dirty="0">
                        <a:solidFill>
                          <a:schemeClr val="tx1"/>
                        </a:solidFill>
                      </a:endParaRPr>
                    </a:p>
                    <a:p>
                      <a:pPr marL="285750" indent="-285750" algn="l" latinLnBrk="1">
                        <a:buFont typeface="Wingdings" panose="05000000000000000000" pitchFamily="2" charset="2"/>
                        <a:buChar char="Ø"/>
                      </a:pPr>
                      <a:r>
                        <a:rPr lang="ko-KR" altLang="en-US" sz="1050" b="0" dirty="0">
                          <a:solidFill>
                            <a:schemeClr val="tx1"/>
                          </a:solidFill>
                        </a:rPr>
                        <a:t>인사 고충담당자 및 연락처 공지</a:t>
                      </a:r>
                      <a:endParaRPr lang="en-US" altLang="ko-KR" sz="1050" b="0" dirty="0">
                        <a:solidFill>
                          <a:schemeClr val="tx1"/>
                        </a:solidFill>
                      </a:endParaRPr>
                    </a:p>
                    <a:p>
                      <a:pPr marL="0" indent="0" algn="l" latinLnBrk="1">
                        <a:buFont typeface="Wingdings" panose="05000000000000000000" pitchFamily="2" charset="2"/>
                        <a:buNone/>
                      </a:pPr>
                      <a:r>
                        <a:rPr lang="en-US" altLang="ko-KR" sz="1050" b="0" dirty="0">
                          <a:solidFill>
                            <a:schemeClr val="tx1"/>
                          </a:solidFill>
                        </a:rPr>
                        <a:t>      [</a:t>
                      </a:r>
                      <a:r>
                        <a:rPr lang="ko-KR" altLang="en-US" sz="1050" b="0" dirty="0">
                          <a:solidFill>
                            <a:schemeClr val="tx1"/>
                          </a:solidFill>
                        </a:rPr>
                        <a:t>팀장 김민호</a:t>
                      </a:r>
                      <a:r>
                        <a:rPr lang="en-US" altLang="ko-KR" sz="1050" b="0" dirty="0">
                          <a:solidFill>
                            <a:schemeClr val="tx1"/>
                          </a:solidFill>
                        </a:rPr>
                        <a:t>, </a:t>
                      </a:r>
                      <a:r>
                        <a:rPr lang="ko-KR" altLang="en-US" sz="1050" b="0" dirty="0">
                          <a:solidFill>
                            <a:schemeClr val="tx1"/>
                          </a:solidFill>
                        </a:rPr>
                        <a:t>과장 김정희</a:t>
                      </a:r>
                      <a:r>
                        <a:rPr lang="en-US" altLang="ko-KR" sz="1050" b="0" dirty="0">
                          <a:solidFill>
                            <a:schemeClr val="tx1"/>
                          </a:solidFill>
                        </a:rPr>
                        <a:t>]</a:t>
                      </a:r>
                    </a:p>
                  </a:txBody>
                  <a:tcPr anchor="ctr">
                    <a:solidFill>
                      <a:schemeClr val="bg1"/>
                    </a:solidFill>
                  </a:tcPr>
                </a:tc>
                <a:extLst>
                  <a:ext uri="{0D108BD9-81ED-4DB2-BD59-A6C34878D82A}">
                    <a16:rowId xmlns:a16="http://schemas.microsoft.com/office/drawing/2014/main" val="10000"/>
                  </a:ext>
                </a:extLst>
              </a:tr>
            </a:tbl>
          </a:graphicData>
        </a:graphic>
      </p:graphicFrame>
      <p:graphicFrame>
        <p:nvGraphicFramePr>
          <p:cNvPr id="32" name="표 31"/>
          <p:cNvGraphicFramePr>
            <a:graphicFrameLocks noGrp="1"/>
          </p:cNvGraphicFramePr>
          <p:nvPr>
            <p:extLst>
              <p:ext uri="{D42A27DB-BD31-4B8C-83A1-F6EECF244321}">
                <p14:modId xmlns:p14="http://schemas.microsoft.com/office/powerpoint/2010/main" val="118154618"/>
              </p:ext>
            </p:extLst>
          </p:nvPr>
        </p:nvGraphicFramePr>
        <p:xfrm>
          <a:off x="99186" y="6126062"/>
          <a:ext cx="2880320" cy="370840"/>
        </p:xfrm>
        <a:graphic>
          <a:graphicData uri="http://schemas.openxmlformats.org/drawingml/2006/table">
            <a:tbl>
              <a:tblPr firstRow="1" bandRow="1">
                <a:tableStyleId>{5C22544A-7EE6-4342-B048-85BDC9FD1C3A}</a:tableStyleId>
              </a:tblPr>
              <a:tblGrid>
                <a:gridCol w="2880320">
                  <a:extLst>
                    <a:ext uri="{9D8B030D-6E8A-4147-A177-3AD203B41FA5}">
                      <a16:colId xmlns:a16="http://schemas.microsoft.com/office/drawing/2014/main" val="20000"/>
                    </a:ext>
                  </a:extLst>
                </a:gridCol>
              </a:tblGrid>
              <a:tr h="370840">
                <a:tc>
                  <a:txBody>
                    <a:bodyPr/>
                    <a:lstStyle/>
                    <a:p>
                      <a:pPr marL="285750" indent="-285750" algn="l" latinLnBrk="1">
                        <a:buFont typeface="Wingdings" panose="05000000000000000000" pitchFamily="2" charset="2"/>
                        <a:buChar char="Ø"/>
                      </a:pPr>
                      <a:r>
                        <a:rPr lang="ko-KR" altLang="en-US" sz="1050" b="0" dirty="0">
                          <a:solidFill>
                            <a:schemeClr val="tx1"/>
                          </a:solidFill>
                        </a:rPr>
                        <a:t>행위자</a:t>
                      </a:r>
                      <a:r>
                        <a:rPr lang="en-US" altLang="ko-KR" sz="1050" b="0" dirty="0">
                          <a:solidFill>
                            <a:schemeClr val="tx1"/>
                          </a:solidFill>
                        </a:rPr>
                        <a:t>, </a:t>
                      </a:r>
                      <a:r>
                        <a:rPr lang="ko-KR" altLang="en-US" sz="1050" b="0" dirty="0">
                          <a:solidFill>
                            <a:schemeClr val="tx1"/>
                          </a:solidFill>
                        </a:rPr>
                        <a:t>피해자 </a:t>
                      </a:r>
                      <a:r>
                        <a:rPr lang="ko-KR" altLang="en-US" sz="1050" b="0" dirty="0" err="1">
                          <a:solidFill>
                            <a:schemeClr val="tx1"/>
                          </a:solidFill>
                        </a:rPr>
                        <a:t>지체없이</a:t>
                      </a:r>
                      <a:r>
                        <a:rPr lang="ko-KR" altLang="en-US" sz="1050" b="0" dirty="0">
                          <a:solidFill>
                            <a:schemeClr val="tx1"/>
                          </a:solidFill>
                        </a:rPr>
                        <a:t> 결과 통보</a:t>
                      </a:r>
                      <a:endParaRPr lang="en-US" altLang="ko-KR" sz="1050" b="0" dirty="0">
                        <a:solidFill>
                          <a:schemeClr val="tx1"/>
                        </a:solidFill>
                      </a:endParaRPr>
                    </a:p>
                  </a:txBody>
                  <a:tcPr anchor="ctr">
                    <a:solidFill>
                      <a:schemeClr val="bg1"/>
                    </a:solidFill>
                  </a:tcPr>
                </a:tc>
                <a:extLst>
                  <a:ext uri="{0D108BD9-81ED-4DB2-BD59-A6C34878D82A}">
                    <a16:rowId xmlns:a16="http://schemas.microsoft.com/office/drawing/2014/main" val="10000"/>
                  </a:ext>
                </a:extLst>
              </a:tr>
            </a:tbl>
          </a:graphicData>
        </a:graphic>
      </p:graphicFrame>
      <p:graphicFrame>
        <p:nvGraphicFramePr>
          <p:cNvPr id="2" name="개체 1">
            <a:hlinkClick r:id="" action="ppaction://ole?verb=0"/>
          </p:cNvPr>
          <p:cNvGraphicFramePr>
            <a:graphicFrameLocks noChangeAspect="1"/>
          </p:cNvGraphicFramePr>
          <p:nvPr>
            <p:extLst>
              <p:ext uri="{D42A27DB-BD31-4B8C-83A1-F6EECF244321}">
                <p14:modId xmlns:p14="http://schemas.microsoft.com/office/powerpoint/2010/main" val="4040168737"/>
              </p:ext>
            </p:extLst>
          </p:nvPr>
        </p:nvGraphicFramePr>
        <p:xfrm>
          <a:off x="8625408" y="945521"/>
          <a:ext cx="914400" cy="771525"/>
        </p:xfrm>
        <a:graphic>
          <a:graphicData uri="http://schemas.openxmlformats.org/presentationml/2006/ole">
            <mc:AlternateContent xmlns:mc="http://schemas.openxmlformats.org/markup-compatibility/2006">
              <mc:Choice xmlns:v="urn:schemas-microsoft-com:vml" Requires="v">
                <p:oleObj name="워크시트" showAsIcon="1" r:id="rId3" imgW="914400" imgH="771480" progId="Excel.Sheet.12">
                  <p:embed/>
                </p:oleObj>
              </mc:Choice>
              <mc:Fallback>
                <p:oleObj name="워크시트" showAsIcon="1" r:id="rId3" imgW="914400" imgH="771480" progId="Excel.Sheet.12">
                  <p:embed/>
                  <p:pic>
                    <p:nvPicPr>
                      <p:cNvPr id="0" name=""/>
                      <p:cNvPicPr/>
                      <p:nvPr/>
                    </p:nvPicPr>
                    <p:blipFill>
                      <a:blip r:embed="rId4"/>
                      <a:stretch>
                        <a:fillRect/>
                      </a:stretch>
                    </p:blipFill>
                    <p:spPr>
                      <a:xfrm>
                        <a:off x="8625408" y="945521"/>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732027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제목 3"/>
          <p:cNvSpPr txBox="1">
            <a:spLocks/>
          </p:cNvSpPr>
          <p:nvPr/>
        </p:nvSpPr>
        <p:spPr bwMode="auto">
          <a:xfrm>
            <a:off x="223928" y="176592"/>
            <a:ext cx="4873088" cy="506486"/>
          </a:xfrm>
          <a:prstGeom prst="rect">
            <a:avLst/>
          </a:prstGeom>
          <a:noFill/>
          <a:ln w="9525">
            <a:noFill/>
            <a:miter lim="800000"/>
            <a:headEnd/>
            <a:tailEnd/>
          </a:ln>
        </p:spPr>
        <p:txBody>
          <a:bodyPr vert="horz" wrap="square" lIns="95784" tIns="47892" rIns="95784" bIns="47892" numCol="1" rtlCol="0" anchor="ctr" anchorCtr="0" compatLnSpc="1">
            <a:prstTxWarp prst="textNoShape">
              <a:avLst/>
            </a:prstTxWarp>
            <a:normAutofit/>
          </a:bodyPr>
          <a:lstStyle>
            <a:lvl1pPr algn="ctr" defTabSz="957263" rtl="0" eaLnBrk="0" fontAlgn="base" latinLnBrk="1" hangingPunct="0">
              <a:spcBef>
                <a:spcPct val="0"/>
              </a:spcBef>
              <a:spcAft>
                <a:spcPct val="0"/>
              </a:spcAft>
              <a:defRPr sz="2400" kern="1200">
                <a:solidFill>
                  <a:schemeClr val="tx1"/>
                </a:solidFill>
                <a:latin typeface="+mj-lt"/>
                <a:ea typeface="+mj-ea"/>
                <a:cs typeface="+mj-cs"/>
              </a:defRPr>
            </a:lvl1pPr>
            <a:lvl2pPr algn="ctr" defTabSz="957263" rtl="0" eaLnBrk="0" fontAlgn="base" latinLnBrk="1" hangingPunct="0">
              <a:spcBef>
                <a:spcPct val="0"/>
              </a:spcBef>
              <a:spcAft>
                <a:spcPct val="0"/>
              </a:spcAft>
              <a:defRPr sz="4600">
                <a:solidFill>
                  <a:schemeClr val="tx1"/>
                </a:solidFill>
                <a:latin typeface="맑은 고딕" pitchFamily="50" charset="-127"/>
                <a:ea typeface="맑은 고딕" pitchFamily="50" charset="-127"/>
              </a:defRPr>
            </a:lvl2pPr>
            <a:lvl3pPr algn="ctr" defTabSz="957263" rtl="0" eaLnBrk="0" fontAlgn="base" latinLnBrk="1" hangingPunct="0">
              <a:spcBef>
                <a:spcPct val="0"/>
              </a:spcBef>
              <a:spcAft>
                <a:spcPct val="0"/>
              </a:spcAft>
              <a:defRPr sz="4600">
                <a:solidFill>
                  <a:schemeClr val="tx1"/>
                </a:solidFill>
                <a:latin typeface="맑은 고딕" pitchFamily="50" charset="-127"/>
                <a:ea typeface="맑은 고딕" pitchFamily="50" charset="-127"/>
              </a:defRPr>
            </a:lvl3pPr>
            <a:lvl4pPr algn="ctr" defTabSz="957263" rtl="0" eaLnBrk="0" fontAlgn="base" latinLnBrk="1" hangingPunct="0">
              <a:spcBef>
                <a:spcPct val="0"/>
              </a:spcBef>
              <a:spcAft>
                <a:spcPct val="0"/>
              </a:spcAft>
              <a:defRPr sz="4600">
                <a:solidFill>
                  <a:schemeClr val="tx1"/>
                </a:solidFill>
                <a:latin typeface="맑은 고딕" pitchFamily="50" charset="-127"/>
                <a:ea typeface="맑은 고딕" pitchFamily="50" charset="-127"/>
              </a:defRPr>
            </a:lvl4pPr>
            <a:lvl5pPr algn="ctr" defTabSz="957263" rtl="0" eaLnBrk="0" fontAlgn="base" latinLnBrk="1" hangingPunct="0">
              <a:spcBef>
                <a:spcPct val="0"/>
              </a:spcBef>
              <a:spcAft>
                <a:spcPct val="0"/>
              </a:spcAft>
              <a:defRPr sz="4600">
                <a:solidFill>
                  <a:schemeClr val="tx1"/>
                </a:solidFill>
                <a:latin typeface="맑은 고딕" pitchFamily="50" charset="-127"/>
                <a:ea typeface="맑은 고딕" pitchFamily="50" charset="-127"/>
              </a:defRPr>
            </a:lvl5pPr>
            <a:lvl6pPr marL="419847" algn="ctr" defTabSz="957776" rtl="0" fontAlgn="base" latinLnBrk="1">
              <a:spcBef>
                <a:spcPct val="0"/>
              </a:spcBef>
              <a:spcAft>
                <a:spcPct val="0"/>
              </a:spcAft>
              <a:defRPr sz="4600">
                <a:solidFill>
                  <a:schemeClr val="tx1"/>
                </a:solidFill>
                <a:latin typeface="맑은 고딕" pitchFamily="50" charset="-127"/>
                <a:ea typeface="맑은 고딕" pitchFamily="50" charset="-127"/>
              </a:defRPr>
            </a:lvl6pPr>
            <a:lvl7pPr marL="839694" algn="ctr" defTabSz="957776" rtl="0" fontAlgn="base" latinLnBrk="1">
              <a:spcBef>
                <a:spcPct val="0"/>
              </a:spcBef>
              <a:spcAft>
                <a:spcPct val="0"/>
              </a:spcAft>
              <a:defRPr sz="4600">
                <a:solidFill>
                  <a:schemeClr val="tx1"/>
                </a:solidFill>
                <a:latin typeface="맑은 고딕" pitchFamily="50" charset="-127"/>
                <a:ea typeface="맑은 고딕" pitchFamily="50" charset="-127"/>
              </a:defRPr>
            </a:lvl7pPr>
            <a:lvl8pPr marL="1259540" algn="ctr" defTabSz="957776" rtl="0" fontAlgn="base" latinLnBrk="1">
              <a:spcBef>
                <a:spcPct val="0"/>
              </a:spcBef>
              <a:spcAft>
                <a:spcPct val="0"/>
              </a:spcAft>
              <a:defRPr sz="4600">
                <a:solidFill>
                  <a:schemeClr val="tx1"/>
                </a:solidFill>
                <a:latin typeface="맑은 고딕" pitchFamily="50" charset="-127"/>
                <a:ea typeface="맑은 고딕" pitchFamily="50" charset="-127"/>
              </a:defRPr>
            </a:lvl8pPr>
            <a:lvl9pPr marL="1679387" algn="ctr" defTabSz="957776" rtl="0" fontAlgn="base" latinLnBrk="1">
              <a:spcBef>
                <a:spcPct val="0"/>
              </a:spcBef>
              <a:spcAft>
                <a:spcPct val="0"/>
              </a:spcAft>
              <a:defRPr sz="4600">
                <a:solidFill>
                  <a:schemeClr val="tx1"/>
                </a:solidFill>
                <a:latin typeface="맑은 고딕" pitchFamily="50" charset="-127"/>
                <a:ea typeface="맑은 고딕" pitchFamily="50" charset="-127"/>
              </a:defRPr>
            </a:lvl9pPr>
          </a:lstStyle>
          <a:p>
            <a:pPr algn="l" fontAlgn="auto">
              <a:spcAft>
                <a:spcPts val="0"/>
              </a:spcAft>
              <a:defRPr/>
            </a:pPr>
            <a:r>
              <a:rPr kumimoji="0" lang="ko-KR" altLang="en-US" sz="2000" dirty="0"/>
              <a:t>성희롱 사건처리 매뉴얼</a:t>
            </a:r>
          </a:p>
        </p:txBody>
      </p:sp>
      <p:sp>
        <p:nvSpPr>
          <p:cNvPr id="46" name="모서리가 둥근 직사각형 45"/>
          <p:cNvSpPr/>
          <p:nvPr/>
        </p:nvSpPr>
        <p:spPr>
          <a:xfrm>
            <a:off x="717642" y="836712"/>
            <a:ext cx="2606164" cy="360040"/>
          </a:xfrm>
          <a:prstGeom prst="roundRect">
            <a:avLst>
              <a:gd name="adj" fmla="val 3823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7" name="직사각형 46"/>
          <p:cNvSpPr/>
          <p:nvPr/>
        </p:nvSpPr>
        <p:spPr>
          <a:xfrm>
            <a:off x="319061" y="836712"/>
            <a:ext cx="720080" cy="36004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TextBox 47"/>
          <p:cNvSpPr txBox="1"/>
          <p:nvPr/>
        </p:nvSpPr>
        <p:spPr>
          <a:xfrm>
            <a:off x="501618" y="868282"/>
            <a:ext cx="2292615" cy="307777"/>
          </a:xfrm>
          <a:prstGeom prst="rect">
            <a:avLst/>
          </a:prstGeom>
          <a:noFill/>
        </p:spPr>
        <p:txBody>
          <a:bodyPr wrap="none" rtlCol="0">
            <a:spAutoFit/>
          </a:bodyPr>
          <a:lstStyle/>
          <a:p>
            <a:r>
              <a:rPr lang="ko-KR" altLang="en-US" sz="1400" dirty="0">
                <a:latin typeface="+mn-ea"/>
                <a:ea typeface="+mn-ea"/>
              </a:rPr>
              <a:t>  성희롱 예방 및 대처방안</a:t>
            </a:r>
          </a:p>
        </p:txBody>
      </p:sp>
      <p:sp>
        <p:nvSpPr>
          <p:cNvPr id="49" name="직사각형 48"/>
          <p:cNvSpPr/>
          <p:nvPr/>
        </p:nvSpPr>
        <p:spPr>
          <a:xfrm>
            <a:off x="320343" y="839870"/>
            <a:ext cx="291310" cy="356882"/>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a:t>6</a:t>
            </a:r>
            <a:endParaRPr lang="ko-KR" altLang="en-US" sz="1400" dirty="0"/>
          </a:p>
        </p:txBody>
      </p:sp>
      <p:sp>
        <p:nvSpPr>
          <p:cNvPr id="28" name="직사각형 27"/>
          <p:cNvSpPr/>
          <p:nvPr/>
        </p:nvSpPr>
        <p:spPr>
          <a:xfrm>
            <a:off x="217563" y="1298740"/>
            <a:ext cx="9558825" cy="51545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spcBef>
                <a:spcPts val="100"/>
              </a:spcBef>
              <a:spcAft>
                <a:spcPts val="100"/>
              </a:spcAft>
            </a:pPr>
            <a:r>
              <a:rPr lang="ko-KR" altLang="en-US" sz="1200" dirty="0">
                <a:solidFill>
                  <a:schemeClr val="tx1"/>
                </a:solidFill>
              </a:rPr>
              <a:t>○</a:t>
            </a:r>
            <a:r>
              <a:rPr lang="en-US" altLang="ko-KR" sz="1200" dirty="0">
                <a:solidFill>
                  <a:schemeClr val="tx1"/>
                </a:solidFill>
              </a:rPr>
              <a:t> </a:t>
            </a:r>
            <a:r>
              <a:rPr lang="ko-KR" altLang="en-US" sz="1200" dirty="0" err="1">
                <a:solidFill>
                  <a:schemeClr val="tx1"/>
                </a:solidFill>
              </a:rPr>
              <a:t>조직장</a:t>
            </a:r>
            <a:r>
              <a:rPr lang="ko-KR" altLang="en-US" sz="1200" dirty="0">
                <a:solidFill>
                  <a:schemeClr val="tx1"/>
                </a:solidFill>
              </a:rPr>
              <a:t> 및 팀장</a:t>
            </a:r>
            <a:endParaRPr lang="en-US" altLang="ko-KR" sz="1200" dirty="0">
              <a:solidFill>
                <a:schemeClr val="tx1"/>
              </a:solidFill>
            </a:endParaRPr>
          </a:p>
          <a:p>
            <a:pPr>
              <a:spcBef>
                <a:spcPts val="100"/>
              </a:spcBef>
              <a:spcAft>
                <a:spcPts val="100"/>
              </a:spcAft>
            </a:pPr>
            <a:r>
              <a:rPr lang="ko-KR" altLang="en-US" sz="1200" b="0" dirty="0">
                <a:solidFill>
                  <a:schemeClr val="tx1"/>
                </a:solidFill>
              </a:rPr>
              <a:t>    발생된 사건에 대한 </a:t>
            </a:r>
            <a:r>
              <a:rPr lang="ko-KR" altLang="en-US" sz="1200" dirty="0">
                <a:solidFill>
                  <a:schemeClr val="tx1"/>
                </a:solidFill>
              </a:rPr>
              <a:t>즉각적이고 적절한 조치가 필요하며 </a:t>
            </a:r>
            <a:r>
              <a:rPr lang="ko-KR" altLang="en-US" sz="1200" b="0" dirty="0">
                <a:solidFill>
                  <a:schemeClr val="tx1"/>
                </a:solidFill>
              </a:rPr>
              <a:t>지침 제</a:t>
            </a:r>
            <a:r>
              <a:rPr lang="en-US" altLang="ko-KR" sz="1200" b="0" dirty="0">
                <a:solidFill>
                  <a:schemeClr val="tx1"/>
                </a:solidFill>
              </a:rPr>
              <a:t>4</a:t>
            </a:r>
            <a:r>
              <a:rPr lang="ko-KR" altLang="en-US" sz="1200" b="0" dirty="0">
                <a:solidFill>
                  <a:schemeClr val="tx1"/>
                </a:solidFill>
              </a:rPr>
              <a:t>조</a:t>
            </a:r>
            <a:r>
              <a:rPr lang="en-US" altLang="ko-KR" sz="1200" b="0" dirty="0">
                <a:solidFill>
                  <a:schemeClr val="tx1"/>
                </a:solidFill>
              </a:rPr>
              <a:t>(</a:t>
            </a:r>
            <a:r>
              <a:rPr lang="ko-KR" altLang="en-US" sz="1200" dirty="0">
                <a:solidFill>
                  <a:schemeClr val="tx1"/>
                </a:solidFill>
              </a:rPr>
              <a:t>피해자 보호 및 피해자 중심의 원칙</a:t>
            </a:r>
            <a:r>
              <a:rPr lang="en-US" altLang="ko-KR" sz="1200" dirty="0">
                <a:solidFill>
                  <a:schemeClr val="tx1"/>
                </a:solidFill>
              </a:rPr>
              <a:t>)</a:t>
            </a:r>
            <a:r>
              <a:rPr lang="ko-KR" altLang="en-US" sz="1200" dirty="0">
                <a:solidFill>
                  <a:schemeClr val="tx1"/>
                </a:solidFill>
              </a:rPr>
              <a:t>으로 피해자의 </a:t>
            </a:r>
            <a:r>
              <a:rPr lang="en-US" altLang="ko-KR" sz="1200" dirty="0">
                <a:solidFill>
                  <a:schemeClr val="tx1"/>
                </a:solidFill>
              </a:rPr>
              <a:t>2</a:t>
            </a:r>
            <a:r>
              <a:rPr lang="ko-KR" altLang="en-US" sz="1200" dirty="0">
                <a:solidFill>
                  <a:schemeClr val="tx1"/>
                </a:solidFill>
              </a:rPr>
              <a:t>차적인 피해가</a:t>
            </a:r>
            <a:endParaRPr lang="en-US" altLang="ko-KR" sz="1200" dirty="0">
              <a:solidFill>
                <a:schemeClr val="tx1"/>
              </a:solidFill>
            </a:endParaRPr>
          </a:p>
          <a:p>
            <a:pPr>
              <a:spcBef>
                <a:spcPts val="100"/>
              </a:spcBef>
              <a:spcAft>
                <a:spcPts val="100"/>
              </a:spcAft>
            </a:pPr>
            <a:r>
              <a:rPr lang="en-US" altLang="ko-KR" sz="1200" dirty="0">
                <a:solidFill>
                  <a:schemeClr val="tx1"/>
                </a:solidFill>
              </a:rPr>
              <a:t>   </a:t>
            </a:r>
            <a:r>
              <a:rPr lang="ko-KR" altLang="en-US" sz="1200" dirty="0">
                <a:solidFill>
                  <a:schemeClr val="tx1"/>
                </a:solidFill>
              </a:rPr>
              <a:t> 발생하지 않도록 행위자와 피해자를 최대한 빠르게 분리</a:t>
            </a:r>
            <a:r>
              <a:rPr lang="ko-KR" altLang="en-US" sz="1200" b="0" dirty="0">
                <a:solidFill>
                  <a:schemeClr val="tx1"/>
                </a:solidFill>
              </a:rPr>
              <a:t>하고 </a:t>
            </a:r>
            <a:r>
              <a:rPr lang="ko-KR" altLang="en-US" sz="1200" b="0" dirty="0" err="1">
                <a:solidFill>
                  <a:schemeClr val="tx1"/>
                </a:solidFill>
              </a:rPr>
              <a:t>지체없이</a:t>
            </a:r>
            <a:r>
              <a:rPr lang="ko-KR" altLang="en-US" sz="1200" b="0" dirty="0">
                <a:solidFill>
                  <a:schemeClr val="tx1"/>
                </a:solidFill>
              </a:rPr>
              <a:t> 신고 할 것</a:t>
            </a:r>
            <a:r>
              <a:rPr lang="en-US" altLang="ko-KR" sz="1200" b="0" dirty="0">
                <a:solidFill>
                  <a:schemeClr val="tx1"/>
                </a:solidFill>
              </a:rPr>
              <a:t>(</a:t>
            </a:r>
            <a:r>
              <a:rPr lang="ko-KR" altLang="en-US" sz="1200" b="0" dirty="0" err="1">
                <a:solidFill>
                  <a:schemeClr val="tx1"/>
                </a:solidFill>
              </a:rPr>
              <a:t>인재경영팀</a:t>
            </a:r>
            <a:r>
              <a:rPr lang="en-US" altLang="ko-KR" sz="1200" b="0" dirty="0">
                <a:solidFill>
                  <a:schemeClr val="tx1"/>
                </a:solidFill>
              </a:rPr>
              <a:t>)</a:t>
            </a:r>
          </a:p>
          <a:p>
            <a:pPr>
              <a:spcBef>
                <a:spcPts val="100"/>
              </a:spcBef>
              <a:spcAft>
                <a:spcPts val="100"/>
              </a:spcAft>
            </a:pPr>
            <a:r>
              <a:rPr lang="en-US" altLang="ko-KR" sz="1200" b="0" dirty="0">
                <a:solidFill>
                  <a:schemeClr val="tx1"/>
                </a:solidFill>
              </a:rPr>
              <a:t>   </a:t>
            </a:r>
          </a:p>
          <a:p>
            <a:pPr>
              <a:spcBef>
                <a:spcPts val="100"/>
              </a:spcBef>
              <a:spcAft>
                <a:spcPts val="100"/>
              </a:spcAft>
            </a:pPr>
            <a:r>
              <a:rPr lang="ko-KR" altLang="en-US" sz="1200" dirty="0">
                <a:solidFill>
                  <a:schemeClr val="tx1"/>
                </a:solidFill>
              </a:rPr>
              <a:t>○ 행위자</a:t>
            </a:r>
            <a:endParaRPr lang="en-US" altLang="ko-KR" sz="1200" dirty="0">
              <a:solidFill>
                <a:schemeClr val="tx1"/>
              </a:solidFill>
            </a:endParaRPr>
          </a:p>
          <a:p>
            <a:pPr>
              <a:spcBef>
                <a:spcPts val="100"/>
              </a:spcBef>
              <a:spcAft>
                <a:spcPts val="100"/>
              </a:spcAft>
            </a:pPr>
            <a:r>
              <a:rPr lang="en-US" altLang="ko-KR" sz="1200" b="0" dirty="0">
                <a:solidFill>
                  <a:schemeClr val="tx1"/>
                </a:solidFill>
              </a:rPr>
              <a:t>    </a:t>
            </a:r>
            <a:r>
              <a:rPr lang="ko-KR" altLang="en-US" sz="1200" b="0" dirty="0">
                <a:solidFill>
                  <a:schemeClr val="tx1"/>
                </a:solidFill>
              </a:rPr>
              <a:t>성희롱을 예방하기 위해서는 평소에 가해자 및 피해자가 되지 않기 위한 피해 </a:t>
            </a:r>
            <a:r>
              <a:rPr lang="ko-KR" altLang="en-US" sz="1200" dirty="0">
                <a:solidFill>
                  <a:schemeClr val="tx1"/>
                </a:solidFill>
              </a:rPr>
              <a:t>예방지침을 숙지</a:t>
            </a:r>
            <a:r>
              <a:rPr lang="ko-KR" altLang="en-US" sz="1200" b="0" dirty="0">
                <a:solidFill>
                  <a:schemeClr val="tx1"/>
                </a:solidFill>
              </a:rPr>
              <a:t>하고 있을 것</a:t>
            </a:r>
            <a:r>
              <a:rPr lang="en-US" altLang="ko-KR" sz="1200" b="0" dirty="0">
                <a:solidFill>
                  <a:schemeClr val="tx1"/>
                </a:solidFill>
              </a:rPr>
              <a:t>, </a:t>
            </a:r>
            <a:r>
              <a:rPr lang="ko-KR" altLang="en-US" sz="1200" b="0" dirty="0">
                <a:solidFill>
                  <a:schemeClr val="tx1"/>
                </a:solidFill>
              </a:rPr>
              <a:t>가해자가 되지 않기</a:t>
            </a:r>
            <a:endParaRPr lang="en-US" altLang="ko-KR" sz="1200" b="0" dirty="0">
              <a:solidFill>
                <a:schemeClr val="tx1"/>
              </a:solidFill>
            </a:endParaRPr>
          </a:p>
          <a:p>
            <a:pPr>
              <a:spcBef>
                <a:spcPts val="100"/>
              </a:spcBef>
              <a:spcAft>
                <a:spcPts val="100"/>
              </a:spcAft>
            </a:pPr>
            <a:r>
              <a:rPr lang="en-US" altLang="ko-KR" sz="1200" b="0" dirty="0">
                <a:solidFill>
                  <a:schemeClr val="tx1"/>
                </a:solidFill>
              </a:rPr>
              <a:t>    </a:t>
            </a:r>
            <a:r>
              <a:rPr lang="ko-KR" altLang="en-US" sz="1200" b="0" dirty="0">
                <a:solidFill>
                  <a:schemeClr val="tx1"/>
                </a:solidFill>
              </a:rPr>
              <a:t>위해서는 </a:t>
            </a:r>
            <a:r>
              <a:rPr lang="ko-KR" altLang="en-US" sz="1200" dirty="0">
                <a:solidFill>
                  <a:schemeClr val="tx1"/>
                </a:solidFill>
              </a:rPr>
              <a:t>성적 의미가 포함된 언행을 할 때에는 평소 상대방의 반응에 주의를 기울이고 상대방의 의사를 존중</a:t>
            </a:r>
            <a:r>
              <a:rPr lang="ko-KR" altLang="en-US" sz="1200" b="0" dirty="0">
                <a:solidFill>
                  <a:schemeClr val="tx1"/>
                </a:solidFill>
              </a:rPr>
              <a:t>하는 것이 필요</a:t>
            </a:r>
            <a:endParaRPr lang="en-US" altLang="ko-KR" sz="1200" b="0" dirty="0">
              <a:solidFill>
                <a:schemeClr val="tx1"/>
              </a:solidFill>
            </a:endParaRPr>
          </a:p>
          <a:p>
            <a:pPr>
              <a:spcBef>
                <a:spcPts val="100"/>
              </a:spcBef>
              <a:spcAft>
                <a:spcPts val="100"/>
              </a:spcAft>
            </a:pPr>
            <a:endParaRPr lang="en-US" altLang="ko-KR" sz="1200" b="0" dirty="0">
              <a:solidFill>
                <a:schemeClr val="tx1"/>
              </a:solidFill>
            </a:endParaRPr>
          </a:p>
          <a:p>
            <a:pPr>
              <a:spcBef>
                <a:spcPts val="100"/>
              </a:spcBef>
              <a:spcAft>
                <a:spcPts val="100"/>
              </a:spcAft>
            </a:pPr>
            <a:r>
              <a:rPr lang="ko-KR" altLang="en-US" sz="1200" dirty="0">
                <a:solidFill>
                  <a:schemeClr val="tx1"/>
                </a:solidFill>
              </a:rPr>
              <a:t>○ 피해자</a:t>
            </a:r>
            <a:endParaRPr lang="en-US" altLang="ko-KR" sz="1200" dirty="0">
              <a:solidFill>
                <a:schemeClr val="tx1"/>
              </a:solidFill>
            </a:endParaRPr>
          </a:p>
          <a:p>
            <a:pPr>
              <a:spcBef>
                <a:spcPts val="100"/>
              </a:spcBef>
              <a:spcAft>
                <a:spcPts val="100"/>
              </a:spcAft>
            </a:pPr>
            <a:r>
              <a:rPr lang="en-US" altLang="ko-KR" sz="1200" b="0" dirty="0">
                <a:solidFill>
                  <a:schemeClr val="tx1"/>
                </a:solidFill>
              </a:rPr>
              <a:t>    </a:t>
            </a:r>
            <a:r>
              <a:rPr lang="ko-KR" altLang="en-US" sz="1200" b="0" dirty="0">
                <a:solidFill>
                  <a:schemeClr val="tx1"/>
                </a:solidFill>
              </a:rPr>
              <a:t>피해자가 되지 않기 위해서는 평소 대인관계에서 </a:t>
            </a:r>
            <a:r>
              <a:rPr lang="ko-KR" altLang="en-US" sz="1200" dirty="0">
                <a:solidFill>
                  <a:schemeClr val="tx1"/>
                </a:solidFill>
              </a:rPr>
              <a:t>자신의 의사를 분명하게 전달하는 훈련이 필요</a:t>
            </a:r>
            <a:r>
              <a:rPr lang="en-US" altLang="ko-KR" sz="1200" b="0" dirty="0">
                <a:solidFill>
                  <a:schemeClr val="tx1"/>
                </a:solidFill>
              </a:rPr>
              <a:t>, </a:t>
            </a:r>
            <a:r>
              <a:rPr lang="ko-KR" altLang="en-US" sz="1200" b="0" dirty="0">
                <a:solidFill>
                  <a:schemeClr val="tx1"/>
                </a:solidFill>
              </a:rPr>
              <a:t>상대방에게 거부의사를 전달할</a:t>
            </a:r>
            <a:endParaRPr lang="en-US" altLang="ko-KR" sz="1200" b="0" dirty="0">
              <a:solidFill>
                <a:schemeClr val="tx1"/>
              </a:solidFill>
            </a:endParaRPr>
          </a:p>
          <a:p>
            <a:pPr>
              <a:spcBef>
                <a:spcPts val="100"/>
              </a:spcBef>
              <a:spcAft>
                <a:spcPts val="100"/>
              </a:spcAft>
            </a:pPr>
            <a:r>
              <a:rPr lang="en-US" altLang="ko-KR" sz="1200" b="0" dirty="0">
                <a:solidFill>
                  <a:schemeClr val="tx1"/>
                </a:solidFill>
              </a:rPr>
              <a:t>   </a:t>
            </a:r>
            <a:r>
              <a:rPr lang="ko-KR" altLang="en-US" sz="1200" b="0" dirty="0">
                <a:solidFill>
                  <a:schemeClr val="tx1"/>
                </a:solidFill>
              </a:rPr>
              <a:t> 때는 가능하면 </a:t>
            </a:r>
            <a:r>
              <a:rPr lang="ko-KR" altLang="en-US" sz="1200" dirty="0">
                <a:solidFill>
                  <a:schemeClr val="tx1"/>
                </a:solidFill>
              </a:rPr>
              <a:t>냉정하고 차분하게</a:t>
            </a:r>
            <a:r>
              <a:rPr lang="en-US" altLang="ko-KR" sz="1200" dirty="0">
                <a:solidFill>
                  <a:schemeClr val="tx1"/>
                </a:solidFill>
              </a:rPr>
              <a:t>, </a:t>
            </a:r>
            <a:r>
              <a:rPr lang="ko-KR" altLang="en-US" sz="1200" dirty="0">
                <a:solidFill>
                  <a:schemeClr val="tx1"/>
                </a:solidFill>
              </a:rPr>
              <a:t>그러나 분명하게 자신의 의사를 전달</a:t>
            </a:r>
            <a:r>
              <a:rPr lang="en-US" altLang="ko-KR" sz="1200" dirty="0">
                <a:solidFill>
                  <a:schemeClr val="tx1"/>
                </a:solidFill>
              </a:rPr>
              <a:t>,</a:t>
            </a:r>
            <a:r>
              <a:rPr lang="en-US" altLang="ko-KR" sz="1200" b="0" dirty="0">
                <a:solidFill>
                  <a:schemeClr val="tx1"/>
                </a:solidFill>
              </a:rPr>
              <a:t> </a:t>
            </a:r>
            <a:r>
              <a:rPr lang="ko-KR" altLang="en-US" sz="1200" b="0" dirty="0">
                <a:solidFill>
                  <a:schemeClr val="tx1"/>
                </a:solidFill>
              </a:rPr>
              <a:t>만약 성희롱 피해를 당했다면 </a:t>
            </a:r>
            <a:r>
              <a:rPr lang="en-US" altLang="ko-KR" sz="1200" b="0" dirty="0">
                <a:solidFill>
                  <a:schemeClr val="tx1"/>
                </a:solidFill>
              </a:rPr>
              <a:t>6</a:t>
            </a:r>
            <a:r>
              <a:rPr lang="ko-KR" altLang="en-US" sz="1200" b="0" dirty="0">
                <a:solidFill>
                  <a:schemeClr val="tx1"/>
                </a:solidFill>
              </a:rPr>
              <a:t>하 원칙</a:t>
            </a:r>
            <a:r>
              <a:rPr lang="en-US" altLang="ko-KR" sz="1200" b="0" dirty="0">
                <a:solidFill>
                  <a:schemeClr val="tx1"/>
                </a:solidFill>
              </a:rPr>
              <a:t>(</a:t>
            </a:r>
            <a:r>
              <a:rPr lang="ko-KR" altLang="en-US" sz="1200" b="0" dirty="0">
                <a:solidFill>
                  <a:schemeClr val="tx1"/>
                </a:solidFill>
              </a:rPr>
              <a:t>언제</a:t>
            </a:r>
            <a:r>
              <a:rPr lang="en-US" altLang="ko-KR" sz="1200" b="0" dirty="0">
                <a:solidFill>
                  <a:schemeClr val="tx1"/>
                </a:solidFill>
              </a:rPr>
              <a:t>, </a:t>
            </a:r>
            <a:r>
              <a:rPr lang="ko-KR" altLang="en-US" sz="1200" b="0" dirty="0">
                <a:solidFill>
                  <a:schemeClr val="tx1"/>
                </a:solidFill>
              </a:rPr>
              <a:t>어디서</a:t>
            </a:r>
            <a:r>
              <a:rPr lang="en-US" altLang="ko-KR" sz="1200" b="0" dirty="0">
                <a:solidFill>
                  <a:schemeClr val="tx1"/>
                </a:solidFill>
              </a:rPr>
              <a:t>,</a:t>
            </a:r>
          </a:p>
          <a:p>
            <a:pPr>
              <a:spcBef>
                <a:spcPts val="100"/>
              </a:spcBef>
              <a:spcAft>
                <a:spcPts val="100"/>
              </a:spcAft>
            </a:pPr>
            <a:r>
              <a:rPr lang="en-US" altLang="ko-KR" sz="1200" b="0" dirty="0">
                <a:solidFill>
                  <a:schemeClr val="tx1"/>
                </a:solidFill>
              </a:rPr>
              <a:t>    </a:t>
            </a:r>
            <a:r>
              <a:rPr lang="ko-KR" altLang="en-US" sz="1200" b="0" dirty="0">
                <a:solidFill>
                  <a:schemeClr val="tx1"/>
                </a:solidFill>
              </a:rPr>
              <a:t>누구와</a:t>
            </a:r>
            <a:r>
              <a:rPr lang="en-US" altLang="ko-KR" sz="1200" b="0" dirty="0">
                <a:solidFill>
                  <a:schemeClr val="tx1"/>
                </a:solidFill>
              </a:rPr>
              <a:t>, </a:t>
            </a:r>
            <a:r>
              <a:rPr lang="ko-KR" altLang="en-US" sz="1200" b="0" dirty="0">
                <a:solidFill>
                  <a:schemeClr val="tx1"/>
                </a:solidFill>
              </a:rPr>
              <a:t>무엇을</a:t>
            </a:r>
            <a:r>
              <a:rPr lang="en-US" altLang="ko-KR" sz="1200" b="0" dirty="0">
                <a:solidFill>
                  <a:schemeClr val="tx1"/>
                </a:solidFill>
              </a:rPr>
              <a:t>, </a:t>
            </a:r>
            <a:r>
              <a:rPr lang="ko-KR" altLang="en-US" sz="1200" b="0" dirty="0">
                <a:solidFill>
                  <a:schemeClr val="tx1"/>
                </a:solidFill>
              </a:rPr>
              <a:t>어떻게</a:t>
            </a:r>
            <a:r>
              <a:rPr lang="en-US" altLang="ko-KR" sz="1200" b="0" dirty="0">
                <a:solidFill>
                  <a:schemeClr val="tx1"/>
                </a:solidFill>
              </a:rPr>
              <a:t>, </a:t>
            </a:r>
            <a:r>
              <a:rPr lang="ko-KR" altLang="en-US" sz="1200" b="0" dirty="0">
                <a:solidFill>
                  <a:schemeClr val="tx1"/>
                </a:solidFill>
              </a:rPr>
              <a:t>왜 하였는가</a:t>
            </a:r>
            <a:r>
              <a:rPr lang="en-US" altLang="ko-KR" sz="1200" b="0" dirty="0">
                <a:solidFill>
                  <a:schemeClr val="tx1"/>
                </a:solidFill>
              </a:rPr>
              <a:t>)</a:t>
            </a:r>
            <a:r>
              <a:rPr lang="ko-KR" altLang="en-US" sz="1200" b="0" dirty="0">
                <a:solidFill>
                  <a:schemeClr val="tx1"/>
                </a:solidFill>
              </a:rPr>
              <a:t>에 따라서 분명하게 기록하고</a:t>
            </a:r>
            <a:r>
              <a:rPr lang="en-US" altLang="ko-KR" sz="1200" b="0" dirty="0">
                <a:solidFill>
                  <a:schemeClr val="tx1"/>
                </a:solidFill>
              </a:rPr>
              <a:t>, </a:t>
            </a:r>
            <a:r>
              <a:rPr lang="ko-KR" altLang="en-US" sz="1200" b="0" dirty="0">
                <a:solidFill>
                  <a:schemeClr val="tx1"/>
                </a:solidFill>
              </a:rPr>
              <a:t>증거가 될 수 있는 자료들을 확보하여 성희롱 사건 처리 절차에</a:t>
            </a:r>
            <a:endParaRPr lang="en-US" altLang="ko-KR" sz="1200" b="0" dirty="0">
              <a:solidFill>
                <a:schemeClr val="tx1"/>
              </a:solidFill>
            </a:endParaRPr>
          </a:p>
          <a:p>
            <a:pPr>
              <a:spcBef>
                <a:spcPts val="100"/>
              </a:spcBef>
              <a:spcAft>
                <a:spcPts val="100"/>
              </a:spcAft>
            </a:pPr>
            <a:r>
              <a:rPr lang="en-US" altLang="ko-KR" sz="1200" b="0" dirty="0">
                <a:solidFill>
                  <a:schemeClr val="tx1"/>
                </a:solidFill>
              </a:rPr>
              <a:t>   </a:t>
            </a:r>
            <a:r>
              <a:rPr lang="ko-KR" altLang="en-US" sz="1200" b="0" dirty="0">
                <a:solidFill>
                  <a:schemeClr val="tx1"/>
                </a:solidFill>
              </a:rPr>
              <a:t> 따라 이행</a:t>
            </a:r>
            <a:endParaRPr lang="en-US" altLang="ko-KR" sz="1200" b="0" dirty="0">
              <a:solidFill>
                <a:schemeClr val="tx1"/>
              </a:solidFill>
            </a:endParaRPr>
          </a:p>
          <a:p>
            <a:pPr>
              <a:spcBef>
                <a:spcPts val="100"/>
              </a:spcBef>
              <a:spcAft>
                <a:spcPts val="100"/>
              </a:spcAft>
            </a:pPr>
            <a:endParaRPr lang="en-US" altLang="ko-KR" sz="1200" dirty="0">
              <a:solidFill>
                <a:schemeClr val="tx1"/>
              </a:solidFill>
            </a:endParaRPr>
          </a:p>
          <a:p>
            <a:pPr>
              <a:spcBef>
                <a:spcPts val="100"/>
              </a:spcBef>
              <a:spcAft>
                <a:spcPts val="100"/>
              </a:spcAft>
            </a:pPr>
            <a:r>
              <a:rPr lang="ko-KR" altLang="en-US" sz="1200" dirty="0">
                <a:solidFill>
                  <a:schemeClr val="tx1"/>
                </a:solidFill>
              </a:rPr>
              <a:t>○ 고충담당자</a:t>
            </a:r>
            <a:r>
              <a:rPr lang="en-US" altLang="ko-KR" sz="1200" dirty="0">
                <a:solidFill>
                  <a:schemeClr val="tx1"/>
                </a:solidFill>
              </a:rPr>
              <a:t>(</a:t>
            </a:r>
            <a:r>
              <a:rPr lang="ko-KR" altLang="en-US" sz="1200" dirty="0">
                <a:solidFill>
                  <a:schemeClr val="tx1"/>
                </a:solidFill>
              </a:rPr>
              <a:t>중재자</a:t>
            </a:r>
            <a:r>
              <a:rPr lang="en-US" altLang="ko-KR" sz="1200" dirty="0">
                <a:solidFill>
                  <a:schemeClr val="tx1"/>
                </a:solidFill>
              </a:rPr>
              <a:t>)</a:t>
            </a:r>
          </a:p>
          <a:p>
            <a:pPr>
              <a:spcBef>
                <a:spcPts val="100"/>
              </a:spcBef>
              <a:spcAft>
                <a:spcPts val="100"/>
              </a:spcAft>
            </a:pPr>
            <a:r>
              <a:rPr lang="en-US" altLang="ko-KR" sz="1200" b="0" dirty="0">
                <a:solidFill>
                  <a:schemeClr val="tx1"/>
                </a:solidFill>
              </a:rPr>
              <a:t>    </a:t>
            </a:r>
            <a:r>
              <a:rPr lang="ko-KR" altLang="en-US" sz="1200" b="0" dirty="0">
                <a:solidFill>
                  <a:schemeClr val="tx1"/>
                </a:solidFill>
              </a:rPr>
              <a:t>성희롱 사건에 관하여 </a:t>
            </a:r>
            <a:r>
              <a:rPr lang="ko-KR" altLang="en-US" sz="1200" dirty="0">
                <a:solidFill>
                  <a:schemeClr val="tx1"/>
                </a:solidFill>
              </a:rPr>
              <a:t>중재자는 상담실이나 회의실처럼 편안하게 이야기할 수 있는 안전한 공간</a:t>
            </a:r>
            <a:r>
              <a:rPr lang="ko-KR" altLang="en-US" sz="1200" b="0" dirty="0">
                <a:solidFill>
                  <a:schemeClr val="tx1"/>
                </a:solidFill>
              </a:rPr>
              <a:t>에서 피해자 및 가해자를 각각 따로</a:t>
            </a:r>
            <a:endParaRPr lang="en-US" altLang="ko-KR" sz="1200" b="0" dirty="0">
              <a:solidFill>
                <a:schemeClr val="tx1"/>
              </a:solidFill>
            </a:endParaRPr>
          </a:p>
          <a:p>
            <a:pPr>
              <a:spcBef>
                <a:spcPts val="100"/>
              </a:spcBef>
              <a:spcAft>
                <a:spcPts val="100"/>
              </a:spcAft>
            </a:pPr>
            <a:r>
              <a:rPr lang="en-US" altLang="ko-KR" sz="1200" b="0" dirty="0">
                <a:solidFill>
                  <a:schemeClr val="tx1"/>
                </a:solidFill>
              </a:rPr>
              <a:t>    </a:t>
            </a:r>
            <a:r>
              <a:rPr lang="ko-KR" altLang="en-US" sz="1200" b="0" dirty="0">
                <a:solidFill>
                  <a:schemeClr val="tx1"/>
                </a:solidFill>
              </a:rPr>
              <a:t>불러서 조사</a:t>
            </a:r>
            <a:r>
              <a:rPr lang="en-US" altLang="ko-KR" sz="1200" b="0" dirty="0">
                <a:solidFill>
                  <a:schemeClr val="tx1"/>
                </a:solidFill>
              </a:rPr>
              <a:t>, </a:t>
            </a:r>
            <a:r>
              <a:rPr lang="ko-KR" altLang="en-US" sz="1200" b="0" dirty="0">
                <a:solidFill>
                  <a:schemeClr val="tx1"/>
                </a:solidFill>
              </a:rPr>
              <a:t>조사 및 중재가 진행되는 동안에는 피해자와 가해자의 업무공간을 분리해주거나 유급휴가를 주어서 분리조치 하되</a:t>
            </a:r>
            <a:endParaRPr lang="en-US" altLang="ko-KR" sz="1200" b="0" dirty="0">
              <a:solidFill>
                <a:schemeClr val="tx1"/>
              </a:solidFill>
            </a:endParaRPr>
          </a:p>
          <a:p>
            <a:pPr>
              <a:spcBef>
                <a:spcPts val="100"/>
              </a:spcBef>
              <a:spcAft>
                <a:spcPts val="100"/>
              </a:spcAft>
            </a:pPr>
            <a:r>
              <a:rPr lang="en-US" altLang="ko-KR" sz="1200" b="0" dirty="0">
                <a:solidFill>
                  <a:schemeClr val="tx1"/>
                </a:solidFill>
              </a:rPr>
              <a:t>    </a:t>
            </a:r>
            <a:r>
              <a:rPr lang="ko-KR" altLang="en-US" sz="1200" b="0" dirty="0">
                <a:solidFill>
                  <a:schemeClr val="tx1"/>
                </a:solidFill>
              </a:rPr>
              <a:t>어떤 경우에도 피해자의 행동을 비난하거나 가해자를 두둔하는 언행을 유의할 것</a:t>
            </a:r>
            <a:endParaRPr lang="en-US" altLang="ko-KR" sz="1200" b="0" dirty="0">
              <a:solidFill>
                <a:schemeClr val="tx1"/>
              </a:solidFill>
            </a:endParaRPr>
          </a:p>
          <a:p>
            <a:pPr>
              <a:spcBef>
                <a:spcPts val="100"/>
              </a:spcBef>
              <a:spcAft>
                <a:spcPts val="100"/>
              </a:spcAft>
            </a:pPr>
            <a:endParaRPr lang="en-US" altLang="ko-KR" sz="1200" b="0" dirty="0">
              <a:solidFill>
                <a:schemeClr val="tx1"/>
              </a:solidFill>
            </a:endParaRPr>
          </a:p>
          <a:p>
            <a:pPr>
              <a:spcBef>
                <a:spcPts val="100"/>
              </a:spcBef>
              <a:spcAft>
                <a:spcPts val="100"/>
              </a:spcAft>
            </a:pPr>
            <a:r>
              <a:rPr lang="ko-KR" altLang="en-US" sz="1200" dirty="0">
                <a:solidFill>
                  <a:schemeClr val="tx1"/>
                </a:solidFill>
              </a:rPr>
              <a:t>○ 목격자</a:t>
            </a:r>
            <a:r>
              <a:rPr lang="en-US" altLang="ko-KR" sz="1200" dirty="0">
                <a:solidFill>
                  <a:schemeClr val="tx1"/>
                </a:solidFill>
              </a:rPr>
              <a:t>/</a:t>
            </a:r>
            <a:r>
              <a:rPr lang="ko-KR" altLang="en-US" sz="1200" dirty="0">
                <a:solidFill>
                  <a:schemeClr val="tx1"/>
                </a:solidFill>
              </a:rPr>
              <a:t>주변인</a:t>
            </a:r>
            <a:endParaRPr lang="en-US" altLang="ko-KR" sz="1200" dirty="0">
              <a:solidFill>
                <a:schemeClr val="tx1"/>
              </a:solidFill>
            </a:endParaRPr>
          </a:p>
          <a:p>
            <a:pPr>
              <a:spcBef>
                <a:spcPts val="100"/>
              </a:spcBef>
              <a:spcAft>
                <a:spcPts val="100"/>
              </a:spcAft>
            </a:pPr>
            <a:r>
              <a:rPr lang="en-US" altLang="ko-KR" sz="1200" b="0" dirty="0">
                <a:solidFill>
                  <a:schemeClr val="tx1"/>
                </a:solidFill>
              </a:rPr>
              <a:t>    </a:t>
            </a:r>
            <a:r>
              <a:rPr lang="ko-KR" altLang="en-US" sz="1200" b="0" dirty="0">
                <a:solidFill>
                  <a:schemeClr val="tx1"/>
                </a:solidFill>
              </a:rPr>
              <a:t>성희롱 사건을 목격하거나 피해자로부터 사건을 전해들은 주변인의 경우 </a:t>
            </a:r>
            <a:r>
              <a:rPr lang="ko-KR" altLang="en-US" sz="1200" dirty="0">
                <a:solidFill>
                  <a:schemeClr val="tx1"/>
                </a:solidFill>
              </a:rPr>
              <a:t>지체 없이 사건을 신고</a:t>
            </a:r>
            <a:r>
              <a:rPr lang="en-US" altLang="ko-KR" sz="1200" b="0" dirty="0">
                <a:solidFill>
                  <a:schemeClr val="tx1"/>
                </a:solidFill>
              </a:rPr>
              <a:t>, </a:t>
            </a:r>
            <a:r>
              <a:rPr lang="ko-KR" altLang="en-US" sz="1200" dirty="0">
                <a:solidFill>
                  <a:schemeClr val="tx1"/>
                </a:solidFill>
              </a:rPr>
              <a:t>사건 처리가 종결될 때까지 사건</a:t>
            </a:r>
            <a:endParaRPr lang="en-US" altLang="ko-KR" sz="1200" dirty="0">
              <a:solidFill>
                <a:schemeClr val="tx1"/>
              </a:solidFill>
            </a:endParaRPr>
          </a:p>
          <a:p>
            <a:pPr>
              <a:spcBef>
                <a:spcPts val="100"/>
              </a:spcBef>
              <a:spcAft>
                <a:spcPts val="100"/>
              </a:spcAft>
            </a:pPr>
            <a:r>
              <a:rPr lang="en-US" altLang="ko-KR" sz="1200" dirty="0">
                <a:solidFill>
                  <a:schemeClr val="tx1"/>
                </a:solidFill>
              </a:rPr>
              <a:t>    </a:t>
            </a:r>
            <a:r>
              <a:rPr lang="ko-KR" altLang="en-US" sz="1200" dirty="0">
                <a:solidFill>
                  <a:schemeClr val="tx1"/>
                </a:solidFill>
              </a:rPr>
              <a:t>내용에 대한 비밀을 유지</a:t>
            </a:r>
            <a:r>
              <a:rPr lang="ko-KR" altLang="en-US" sz="1200" b="0" dirty="0">
                <a:solidFill>
                  <a:schemeClr val="tx1"/>
                </a:solidFill>
              </a:rPr>
              <a:t>하고 피해자에 대한 </a:t>
            </a:r>
            <a:r>
              <a:rPr lang="en-US" altLang="ko-KR" sz="1200" b="0" dirty="0">
                <a:solidFill>
                  <a:schemeClr val="tx1"/>
                </a:solidFill>
              </a:rPr>
              <a:t>2</a:t>
            </a:r>
            <a:r>
              <a:rPr lang="ko-KR" altLang="en-US" sz="1200" b="0" dirty="0">
                <a:solidFill>
                  <a:schemeClr val="tx1"/>
                </a:solidFill>
              </a:rPr>
              <a:t>차 피해에 유의할 것</a:t>
            </a:r>
            <a:endParaRPr lang="en-US" altLang="ko-KR" sz="1200" b="0" dirty="0">
              <a:solidFill>
                <a:schemeClr val="tx1"/>
              </a:solidFill>
            </a:endParaRPr>
          </a:p>
        </p:txBody>
      </p:sp>
    </p:spTree>
    <p:extLst>
      <p:ext uri="{BB962C8B-B14F-4D97-AF65-F5344CB8AC3E}">
        <p14:creationId xmlns:p14="http://schemas.microsoft.com/office/powerpoint/2010/main" val="21526300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t8iHTo7aPUiiY4A0xxPiI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3wO0.3sNbUm.w3ASfApHN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uACFhrEjX0Se3JzfGnQgm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bhPEj2SZLUK8RYU1cp1WH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Rx0PNd.00m79MkyKQDD.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v4eyYNpIT0SvUzqMEY3sK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JtE70fAM7E6d3RDSz0ahH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7.4MWtp1zUe1qkANvQRZK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Blank">
  <a:themeElements>
    <a:clrScheme name="ATK Color 2012_01">
      <a:dk1>
        <a:srgbClr val="000000"/>
      </a:dk1>
      <a:lt1>
        <a:srgbClr val="FFFFFF"/>
      </a:lt1>
      <a:dk2>
        <a:srgbClr val="778242"/>
      </a:dk2>
      <a:lt2>
        <a:srgbClr val="9B1717"/>
      </a:lt2>
      <a:accent1>
        <a:srgbClr val="364086"/>
      </a:accent1>
      <a:accent2>
        <a:srgbClr val="EFEEEC"/>
      </a:accent2>
      <a:accent3>
        <a:srgbClr val="ADABA1"/>
      </a:accent3>
      <a:accent4>
        <a:srgbClr val="858274"/>
      </a:accent4>
      <a:accent5>
        <a:srgbClr val="FCA248"/>
      </a:accent5>
      <a:accent6>
        <a:srgbClr val="CDD773"/>
      </a:accent6>
      <a:hlink>
        <a:srgbClr val="364086"/>
      </a:hlink>
      <a:folHlink>
        <a:srgbClr val="A3AADA"/>
      </a:folHlink>
    </a:clrScheme>
    <a:fontScheme name="ATK Font 2012_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w="6350" cap="flat">
          <a:noFill/>
          <a:miter lim="800000"/>
        </a:ln>
      </a:spPr>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defPPr algn="ctr">
          <a:lnSpc>
            <a:spcPct val="90000"/>
          </a:lnSpc>
          <a:spcBef>
            <a:spcPts val="900"/>
          </a:spcBef>
          <a:defRPr sz="1400" dirty="0" err="1" smtClean="0">
            <a:solidFill>
              <a:schemeClr val="bg1"/>
            </a:solidFill>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accent3"/>
          </a:solidFill>
          <a:miter lim="800000"/>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ln w="6350" cap="flat">
          <a:noFill/>
          <a:miter lim="800000"/>
        </a:ln>
      </a:spPr>
      <a:bodyPr wrap="none" lIns="0" tIns="0" rIns="0" bIns="0" rtlCol="0" anchor="t" anchorCtr="0">
        <a:spAutoFit/>
      </a:bodyPr>
      <a:lstStyle>
        <a:defPPr>
          <a:lnSpc>
            <a:spcPct val="90000"/>
          </a:lnSpc>
          <a:spcBef>
            <a:spcPts val="600"/>
          </a:spcBef>
          <a:buClr>
            <a:schemeClr val="bg2"/>
          </a:buClr>
          <a:defRPr sz="1400" dirty="0" smtClean="0">
            <a:latin typeface="Arial" pitchFamily="34" charset="0"/>
            <a:cs typeface="Arial" pitchFamily="34" charset="0"/>
          </a:defRPr>
        </a:defPPr>
      </a:lstStyle>
    </a:txDef>
  </a:objectDefaults>
  <a:extraClrSchemeLst/>
  <a:custClrLst>
    <a:custClr name="Custom Color 1">
      <a:srgbClr val="9B1717"/>
    </a:custClr>
    <a:custClr name="Custom Color 2">
      <a:srgbClr val="DCDC00"/>
    </a:custClr>
    <a:custClr name="Custom Color 3">
      <a:srgbClr val="289055"/>
    </a:custClr>
  </a:custClrLst>
  <a:extLst>
    <a:ext uri="{05A4C25C-085E-4340-85A3-A5531E510DB2}">
      <thm15:themeFamily xmlns:thm15="http://schemas.microsoft.com/office/thememl/2012/main" name="Blank.potx" id="{68109362-B370-4DEB-A381-8DA5F81C36D5}" vid="{6F0F5D35-1863-4F45-BBB2-8C55D735A092}"/>
    </a:ext>
  </a:extLst>
</a:theme>
</file>

<file path=ppt/theme/theme2.xml><?xml version="1.0" encoding="utf-8"?>
<a:theme xmlns:a="http://schemas.openxmlformats.org/drawingml/2006/main" name="11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AC6D138A9216478D8C00E1C8E45BDF" ma:contentTypeVersion="8" ma:contentTypeDescription="Create a new document." ma:contentTypeScope="" ma:versionID="6faef00c484dd32349517bd1409d4d13">
  <xsd:schema xmlns:xsd="http://www.w3.org/2001/XMLSchema" xmlns:xs="http://www.w3.org/2001/XMLSchema" xmlns:p="http://schemas.microsoft.com/office/2006/metadata/properties" xmlns:ns2="5c7abf6b-9cf9-4d0d-b79a-adf7330794c1" xmlns:ns3="4b51ee87-befd-4db7-a3ab-e9817b37cc8f" targetNamespace="http://schemas.microsoft.com/office/2006/metadata/properties" ma:root="true" ma:fieldsID="73a415fd310fd5522748166c7b0fb33d" ns2:_="" ns3:_="">
    <xsd:import namespace="5c7abf6b-9cf9-4d0d-b79a-adf7330794c1"/>
    <xsd:import namespace="4b51ee87-befd-4db7-a3ab-e9817b37cc8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c7abf6b-9cf9-4d0d-b79a-adf7330794c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b51ee87-befd-4db7-a3ab-e9817b37cc8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70D34B9-57A6-4F9F-B96C-64E34E82A426}">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3230DC1-DCFC-438E-9B9B-46082324E271}">
  <ds:schemaRefs>
    <ds:schemaRef ds:uri="http://schemas.microsoft.com/sharepoint/v3/contenttype/forms"/>
  </ds:schemaRefs>
</ds:datastoreItem>
</file>

<file path=customXml/itemProps3.xml><?xml version="1.0" encoding="utf-8"?>
<ds:datastoreItem xmlns:ds="http://schemas.openxmlformats.org/officeDocument/2006/customXml" ds:itemID="{24CB1254-F97B-4093-B77E-E04D8D0147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c7abf6b-9cf9-4d0d-b79a-adf7330794c1"/>
    <ds:schemaRef ds:uri="4b51ee87-befd-4db7-a3ab-e9817b37cc8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8059d40-19c8-4fad-b73a-4bd721d6054a}" enabled="1" method="Privileged" siteId="{7626d4cb-4eb7-40ae-96db-5fd0b9c7db8f}" contentBits="0" removed="0"/>
</clbl:labelList>
</file>

<file path=docProps/app.xml><?xml version="1.0" encoding="utf-8"?>
<Properties xmlns="http://schemas.openxmlformats.org/officeDocument/2006/extended-properties" xmlns:vt="http://schemas.openxmlformats.org/officeDocument/2006/docPropsVTypes">
  <TotalTime>38695</TotalTime>
  <Words>883</Words>
  <Application>Microsoft Macintosh PowerPoint</Application>
  <PresentationFormat>A4 용지(210x297mm)</PresentationFormat>
  <Paragraphs>122</Paragraphs>
  <Slides>5</Slides>
  <Notes>4</Notes>
  <HiddenSlides>0</HiddenSlides>
  <MMClips>0</MMClips>
  <ScaleCrop>false</ScaleCrop>
  <HeadingPairs>
    <vt:vector size="8" baseType="variant">
      <vt:variant>
        <vt:lpstr>사용한 글꼴</vt:lpstr>
      </vt:variant>
      <vt:variant>
        <vt:i4>5</vt:i4>
      </vt:variant>
      <vt:variant>
        <vt:lpstr>테마</vt:lpstr>
      </vt:variant>
      <vt:variant>
        <vt:i4>2</vt:i4>
      </vt:variant>
      <vt:variant>
        <vt:lpstr>포함된 OLE 서버</vt:lpstr>
      </vt:variant>
      <vt:variant>
        <vt:i4>2</vt:i4>
      </vt:variant>
      <vt:variant>
        <vt:lpstr>슬라이드 제목</vt:lpstr>
      </vt:variant>
      <vt:variant>
        <vt:i4>5</vt:i4>
      </vt:variant>
    </vt:vector>
  </HeadingPairs>
  <TitlesOfParts>
    <vt:vector size="14" baseType="lpstr">
      <vt:lpstr>굴림</vt:lpstr>
      <vt:lpstr>맑은 고딕</vt:lpstr>
      <vt:lpstr>NotoSansCJKkr-Regular</vt:lpstr>
      <vt:lpstr>Arial</vt:lpstr>
      <vt:lpstr>Wingdings</vt:lpstr>
      <vt:lpstr>1_Blank</vt:lpstr>
      <vt:lpstr>11_Office 테마</vt:lpstr>
      <vt:lpstr>think-cell Slide</vt:lpstr>
      <vt:lpstr>워크시트</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Junsick</dc:creator>
  <cp:lastModifiedBy>Sangwoo Kang 강상우</cp:lastModifiedBy>
  <cp:revision>3267</cp:revision>
  <cp:lastPrinted>2017-01-09T00:28:18Z</cp:lastPrinted>
  <dcterms:created xsi:type="dcterms:W3CDTF">2012-06-03T16:57:30Z</dcterms:created>
  <dcterms:modified xsi:type="dcterms:W3CDTF">2026-03-24T15:36:58Z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0x01010045AC6D138A9216478D8C00E1C8E45BDF</vt:lpwstr>
  </property>
  <property fmtid="{D5CDD505-2E9C-101B-9397-08002B2CF9AE}" pid="3" name="MSIP_Label_7a7e33dd-060e-4f30-b122-fd7d804c5bad_Enabled">
    <vt:lpwstr>true</vt:lpwstr>
  </property>
  <property fmtid="{D5CDD505-2E9C-101B-9397-08002B2CF9AE}" pid="4" name="MSIP_Label_7a7e33dd-060e-4f30-b122-fd7d804c5bad_SetDate">
    <vt:lpwstr>2021-09-15T05:09:18Z</vt:lpwstr>
  </property>
  <property fmtid="{D5CDD505-2E9C-101B-9397-08002B2CF9AE}" pid="5" name="MSIP_Label_7a7e33dd-060e-4f30-b122-fd7d804c5bad_Method">
    <vt:lpwstr>Standard</vt:lpwstr>
  </property>
  <property fmtid="{D5CDD505-2E9C-101B-9397-08002B2CF9AE}" pid="6" name="MSIP_Label_7a7e33dd-060e-4f30-b122-fd7d804c5bad_Name">
    <vt:lpwstr>편집허용 (Allow edit)</vt:lpwstr>
  </property>
  <property fmtid="{D5CDD505-2E9C-101B-9397-08002B2CF9AE}" pid="7" name="MSIP_Label_7a7e33dd-060e-4f30-b122-fd7d804c5bad_SiteId">
    <vt:lpwstr>7626d4cb-4eb7-40ae-96db-5fd0b9c7db8f</vt:lpwstr>
  </property>
  <property fmtid="{D5CDD505-2E9C-101B-9397-08002B2CF9AE}" pid="8" name="MSIP_Label_7a7e33dd-060e-4f30-b122-fd7d804c5bad_ActionId">
    <vt:lpwstr>b95d67bf-b8c7-4ffa-bfbd-e075b6ffddf1</vt:lpwstr>
  </property>
  <property fmtid="{D5CDD505-2E9C-101B-9397-08002B2CF9AE}" pid="9" name="MSIP_Label_7a7e33dd-060e-4f30-b122-fd7d804c5bad_ContentBits">
    <vt:lpwstr>10</vt:lpwstr>
  </property>
  <property fmtid="{D5CDD505-2E9C-101B-9397-08002B2CF9AE}" pid="10" name="Order">
    <vt:r8>6200</vt:r8>
  </property>
</Properties>
</file>